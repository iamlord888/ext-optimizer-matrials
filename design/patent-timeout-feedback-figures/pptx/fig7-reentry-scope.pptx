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a0f4a140e54513" /><Relationship Type="http://schemas.openxmlformats.org/officeDocument/2006/relationships/extended-properties" Target="/docProps/app.xml" Id="R82f9032325b04fbb" /><Relationship Type="http://schemas.openxmlformats.org/officeDocument/2006/relationships/officeDocument" Target="/ppt/presentation.xml" Id="R27735c20c7ff47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8a145100b6437f"/>
  </p:sldMasterIdLst>
  <p:notesMasterIdLst>
    <p:notesMasterId xmlns:r="http://schemas.openxmlformats.org/officeDocument/2006/relationships" r:id="R442896bf51b04e75"/>
  </p:notesMasterIdLst>
  <p:sldIdLst>
    <p:sldId xmlns:r="http://schemas.openxmlformats.org/officeDocument/2006/relationships" id="256" r:id="R31694ef228644f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8840f736d14bfd" /><Relationship Type="http://schemas.openxmlformats.org/officeDocument/2006/relationships/slideMaster" Target="/ppt/slideMasters/slideMaster1.xml" Id="Rb58a145100b6437f" /><Relationship Type="http://schemas.openxmlformats.org/officeDocument/2006/relationships/notesMaster" Target="/ppt/notesMasters/notesMaster1.xml" Id="R442896bf51b04e75" /><Relationship Type="http://schemas.openxmlformats.org/officeDocument/2006/relationships/presProps" Target="/ppt/presProps.xml" Id="Rbeddd69ac5644ca1" /><Relationship Type="http://schemas.openxmlformats.org/officeDocument/2006/relationships/tableStyles" Target="/ppt/tableStyles.xml" Id="R7fc0c64bb1544ede" /><Relationship Type="http://schemas.openxmlformats.org/officeDocument/2006/relationships/slide" Target="/ppt/slides/slide1.xml" Id="R31694ef228644f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749427c1814b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14af1271f2487a" /><Relationship Type="http://schemas.openxmlformats.org/officeDocument/2006/relationships/notesMaster" Target="/ppt/notesMasters/notesMaster1.xml" Id="Re8477675b9144e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来源：/Users/penggan/CLionProjects/ext-optimizer/design/patent-timeout-feedback-pptx/fig7-reentry-scope-editable.pptx</a:t>
            </a:r>
          </a:p>
          <a:p xmlns:a="http://schemas.openxmlformats.org/drawingml/2006/main">
            <a:r>
              <a:t>技术说明：/Users/penggan/CLionProjects/ext-optimizer/design/patent-timeout-feedback-disclosure-draft.md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5282caa2943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afe69c5f140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89e5feceb4c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e558a34704e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7a41fdc4844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259a433b744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FA5CD14-6A81-4393-B377-FECE74AB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72192"/>
            <a:ext cx="628650" cy="3227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F23884-43A1-4F6E-80C1-FC27595F5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2194983"/>
            <a:ext cx="10058400" cy="83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F69AF28-F5C0-4E67-B3BA-4D50E70C1C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85950" y="3195638"/>
            <a:ext cx="8801100" cy="645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4E009C1-B7AB-44FC-83A2-F1F68582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098146"/>
            <a:ext cx="628650" cy="3227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7EE7B6-0260-4B95-8F95-B7D2CF0664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2420938"/>
            <a:ext cx="10058400" cy="96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16D8E0B-92FE-403B-994E-985D07B1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291167"/>
            <a:ext cx="628650" cy="3227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A1E189-08AD-4236-AFF1-24E43047C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51908"/>
            <a:ext cx="11158538" cy="71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CA8957C-4F02-4A17-9249-E21BDDB046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613958"/>
            <a:ext cx="11158538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936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1pPr>
            <a:lvl2pPr marL="4519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2pPr>
            <a:lvl3pPr marL="7101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3pPr>
            <a:lvl4pPr marL="9683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4pPr>
            <a:lvl5pPr marL="12266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5pPr>
            <a:lvl6pPr marL="14848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6pPr>
            <a:lvl7pPr marL="17430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7pPr>
            <a:lvl8pPr marL="20013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8pPr>
            <a:lvl9pPr marL="22595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37AFF20-88AA-4860-B915-C7640A2E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291167"/>
            <a:ext cx="628650" cy="3227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683F13-FE41-4BF0-9E02-5205E58B7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51908"/>
            <a:ext cx="11158538" cy="71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11D804-3F73-498C-A802-E361A5A58F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613958"/>
            <a:ext cx="5186363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936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1pPr>
            <a:lvl2pPr marL="4519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2pPr>
            <a:lvl3pPr marL="7101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3pPr>
            <a:lvl4pPr marL="9683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4pPr>
            <a:lvl5pPr marL="12266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5pPr>
            <a:lvl6pPr marL="14848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6pPr>
            <a:lvl7pPr marL="17430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7pPr>
            <a:lvl8pPr marL="20013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8pPr>
            <a:lvl9pPr marL="22595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2F42AB-1423-45FA-BB2F-C26BD768AF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679406" y="1613958"/>
            <a:ext cx="5186363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936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1pPr>
            <a:lvl2pPr marL="4519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2pPr>
            <a:lvl3pPr marL="7101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3pPr>
            <a:lvl4pPr marL="9683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4pPr>
            <a:lvl5pPr marL="12266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5pPr>
            <a:lvl6pPr marL="14848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6pPr>
            <a:lvl7pPr marL="17430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7pPr>
            <a:lvl8pPr marL="20013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8pPr>
            <a:lvl9pPr marL="22595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A755359-9F8E-45AF-8EC7-B545FB46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291167"/>
            <a:ext cx="628650" cy="3227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B911071-E4A9-43CD-A84D-3DAD17CC0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51908"/>
            <a:ext cx="11158538" cy="71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D6C73D-13C5-4922-B2B6-83883610B4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613958"/>
            <a:ext cx="5186363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936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1pPr>
            <a:lvl2pPr marL="4519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2pPr>
            <a:lvl3pPr marL="7101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3pPr>
            <a:lvl4pPr marL="9683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4pPr>
            <a:lvl5pPr marL="12266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5pPr>
            <a:lvl6pPr marL="14848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6pPr>
            <a:lvl7pPr marL="17430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7pPr>
            <a:lvl8pPr marL="20013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8pPr>
            <a:lvl9pPr marL="22595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5707d4309a41c3" /><Relationship Type="http://schemas.openxmlformats.org/officeDocument/2006/relationships/slideLayout" Target="/ppt/slideLayouts/slideLayout1.xml" Id="R25c0d5364c8c4b33" /><Relationship Type="http://schemas.openxmlformats.org/officeDocument/2006/relationships/slideLayout" Target="/ppt/slideLayouts/slideLayout2.xml" Id="R9f005cd0a01e431d" /><Relationship Type="http://schemas.openxmlformats.org/officeDocument/2006/relationships/slideLayout" Target="/ppt/slideLayouts/slideLayout3.xml" Id="R1602875cef6c412a" /><Relationship Type="http://schemas.openxmlformats.org/officeDocument/2006/relationships/slideLayout" Target="/ppt/slideLayouts/slideLayout4.xml" Id="Rff6512f434034d75" /><Relationship Type="http://schemas.openxmlformats.org/officeDocument/2006/relationships/slideLayout" Target="/ppt/slideLayouts/slideLayout5.xml" Id="R6b6e3dabca404dfd" /><Relationship Type="http://schemas.openxmlformats.org/officeDocument/2006/relationships/slideLayout" Target="/ppt/slideLayouts/slideLayout6.xml" Id="R64b5568994e543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c0d5364c8c4b33"/>
    <p:sldLayoutId xmlns:r="http://schemas.openxmlformats.org/officeDocument/2006/relationships" id="2147483650" r:id="R9f005cd0a01e431d"/>
    <p:sldLayoutId xmlns:r="http://schemas.openxmlformats.org/officeDocument/2006/relationships" id="2147483651" r:id="R1602875cef6c412a"/>
    <p:sldLayoutId xmlns:r="http://schemas.openxmlformats.org/officeDocument/2006/relationships" id="2147483652" r:id="Rff6512f434034d75"/>
    <p:sldLayoutId xmlns:r="http://schemas.openxmlformats.org/officeDocument/2006/relationships" id="2147483653" r:id="R6b6e3dabca404dfd"/>
    <p:sldLayoutId xmlns:r="http://schemas.openxmlformats.org/officeDocument/2006/relationships" id="2147483654" r:id="R64b5568994e543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d1563f90f4d52" /><Relationship Type="http://schemas.openxmlformats.org/officeDocument/2006/relationships/notesSlide" Target="/ppt/notesSlides/notesSlide1.xml" Id="Rae6cc486e8c848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vg-002-line">
            <a:extLst xmlns:a="http://schemas.openxmlformats.org/drawingml/2006/main">
              <a:ext uri="{FF2B5EF4-FFF2-40B4-BE49-F238E27FC236}">
                <a16:creationId xmlns:a16="http://schemas.microsoft.com/office/drawing/2014/main" id="{A28EBB93-71EE-419E-BA50-E7A070A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573" y="2343150"/>
            <a:ext cx="9028" cy="2171700"/>
          </a:xfrm>
          <a:custGeom xmlns:a="http://schemas.openxmlformats.org/drawingml/2006/main">
            <a:pathLst>
              <a:path w="9028" h="2171700">
                <a:moveTo>
                  <a:pt x="0" y="0"/>
                </a:moveTo>
                <a:lnTo>
                  <a:pt x="0" y="2171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6DEE2"/>
            </a:solidFill>
            <a:prstDash val="solid"/>
          </a:ln>
        </p:spPr>
      </p:sp>
      <p:sp>
        <p:nvSpPr>
          <p:cNvPr id="2" name="svg-003-text">
            <a:extLst xmlns:a="http://schemas.openxmlformats.org/drawingml/2006/main">
              <a:ext uri="{FF2B5EF4-FFF2-40B4-BE49-F238E27FC236}">
                <a16:creationId xmlns:a16="http://schemas.microsoft.com/office/drawing/2014/main" id="{9C1857C3-DE41-4D31-803C-60AFCA47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67525"/>
            <a:ext cx="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a　返回 EOF 后仍可能重新扫描</a:t>
            </a:r>
          </a:p>
        </p:txBody>
      </p:sp>
      <p:sp>
        <p:nvSpPr>
          <p:cNvPr id="3" name="svg-004-text">
            <a:extLst xmlns:a="http://schemas.openxmlformats.org/drawingml/2006/main">
              <a:ext uri="{FF2B5EF4-FFF2-40B4-BE49-F238E27FC236}">
                <a16:creationId xmlns:a16="http://schemas.microsoft.com/office/drawing/2014/main" id="{4EF39737-B141-42D3-901C-1BF9F57D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64982"/>
            <a:ext cx="2457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外侧每返回一行，内侧连接都可能重新执行</a:t>
            </a:r>
          </a:p>
        </p:txBody>
      </p:sp>
      <p:sp>
        <p:nvSpPr>
          <p:cNvPr id="4" name="svg-005-text">
            <a:extLst xmlns:a="http://schemas.openxmlformats.org/drawingml/2006/main">
              <a:ext uri="{FF2B5EF4-FFF2-40B4-BE49-F238E27FC236}">
                <a16:creationId xmlns:a16="http://schemas.microsoft.com/office/drawing/2014/main" id="{511BBC28-5A17-40E7-B713-2A788323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0943"/>
            <a:ext cx="54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外侧行</a:t>
            </a:r>
          </a:p>
        </p:txBody>
      </p:sp>
      <p:sp>
        <p:nvSpPr>
          <p:cNvPr id="5" name="svg-006-text">
            <a:extLst xmlns:a="http://schemas.openxmlformats.org/drawingml/2006/main">
              <a:ext uri="{FF2B5EF4-FFF2-40B4-BE49-F238E27FC236}">
                <a16:creationId xmlns:a16="http://schemas.microsoft.com/office/drawing/2014/main" id="{F379A180-CB57-40B1-93CB-8DDEAE94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4465"/>
            <a:ext cx="6762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内侧连接</a:t>
            </a:r>
          </a:p>
        </p:txBody>
      </p:sp>
      <p:sp>
        <p:nvSpPr>
          <p:cNvPr id="6" name="svg-007-line">
            <a:extLst xmlns:a="http://schemas.openxmlformats.org/drawingml/2006/main">
              <a:ext uri="{FF2B5EF4-FFF2-40B4-BE49-F238E27FC236}">
                <a16:creationId xmlns:a16="http://schemas.microsoft.com/office/drawing/2014/main" id="{9305A7E2-862A-4FCE-874D-CB90A2B4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777" y="2911636"/>
            <a:ext cx="3521090" cy="4763"/>
          </a:xfrm>
          <a:custGeom xmlns:a="http://schemas.openxmlformats.org/drawingml/2006/main">
            <a:pathLst>
              <a:path w="3521090" h="4763">
                <a:moveTo>
                  <a:pt x="0" y="0"/>
                </a:moveTo>
                <a:lnTo>
                  <a:pt x="35210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6DEE2"/>
            </a:solidFill>
            <a:prstDash val="solid"/>
          </a:ln>
        </p:spPr>
      </p:sp>
      <p:sp>
        <p:nvSpPr>
          <p:cNvPr id="7" name="svg-008-line">
            <a:extLst xmlns:a="http://schemas.openxmlformats.org/drawingml/2006/main">
              <a:ext uri="{FF2B5EF4-FFF2-40B4-BE49-F238E27FC236}">
                <a16:creationId xmlns:a16="http://schemas.microsoft.com/office/drawing/2014/main" id="{51846935-54DC-47B0-BE9E-3F09380D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777" y="3345158"/>
            <a:ext cx="3521090" cy="4763"/>
          </a:xfrm>
          <a:custGeom xmlns:a="http://schemas.openxmlformats.org/drawingml/2006/main">
            <a:pathLst>
              <a:path w="3521090" h="4763">
                <a:moveTo>
                  <a:pt x="0" y="0"/>
                </a:moveTo>
                <a:lnTo>
                  <a:pt x="35210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6DEE2"/>
            </a:solidFill>
            <a:prstDash val="solid"/>
          </a:ln>
        </p:spPr>
      </p:sp>
      <p:sp>
        <p:nvSpPr>
          <p:cNvPr id="8" name="svg-009-rect">
            <a:extLst xmlns:a="http://schemas.openxmlformats.org/drawingml/2006/main">
              <a:ext uri="{FF2B5EF4-FFF2-40B4-BE49-F238E27FC236}">
                <a16:creationId xmlns:a16="http://schemas.microsoft.com/office/drawing/2014/main" id="{DEB221A6-5696-4E3D-963C-F492050D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118" y="2842109"/>
            <a:ext cx="1336209" cy="139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vg-010-text">
            <a:extLst xmlns:a="http://schemas.openxmlformats.org/drawingml/2006/main">
              <a:ext uri="{FF2B5EF4-FFF2-40B4-BE49-F238E27FC236}">
                <a16:creationId xmlns:a16="http://schemas.microsoft.com/office/drawing/2014/main" id="{9AF2166B-E2C8-4589-BD05-BFAA42C2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602" y="2855033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第 1 行</a:t>
            </a:r>
          </a:p>
        </p:txBody>
      </p:sp>
      <p:sp>
        <p:nvSpPr>
          <p:cNvPr id="10" name="svg-011-rect">
            <a:extLst xmlns:a="http://schemas.openxmlformats.org/drawingml/2006/main">
              <a:ext uri="{FF2B5EF4-FFF2-40B4-BE49-F238E27FC236}">
                <a16:creationId xmlns:a16="http://schemas.microsoft.com/office/drawing/2014/main" id="{99642AE9-E62F-4D9F-8E79-94605FD8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777" y="2842109"/>
            <a:ext cx="1336209" cy="139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vg-012-text">
            <a:extLst xmlns:a="http://schemas.openxmlformats.org/drawingml/2006/main">
              <a:ext uri="{FF2B5EF4-FFF2-40B4-BE49-F238E27FC236}">
                <a16:creationId xmlns:a16="http://schemas.microsoft.com/office/drawing/2014/main" id="{41DF2DAE-0F70-406B-9495-3E23E5D1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261" y="2855033"/>
            <a:ext cx="590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第 2 行</a:t>
            </a:r>
          </a:p>
        </p:txBody>
      </p:sp>
      <p:sp>
        <p:nvSpPr>
          <p:cNvPr id="12" name="svg-013-path">
            <a:extLst xmlns:a="http://schemas.openxmlformats.org/drawingml/2006/main">
              <a:ext uri="{FF2B5EF4-FFF2-40B4-BE49-F238E27FC236}">
                <a16:creationId xmlns:a16="http://schemas.microsoft.com/office/drawing/2014/main" id="{95DC31F1-AA8C-4E3A-B0D9-6832C929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118" y="3345158"/>
            <a:ext cx="1336209" cy="4763"/>
          </a:xfrm>
          <a:custGeom xmlns:a="http://schemas.openxmlformats.org/drawingml/2006/main">
            <a:pathLst>
              <a:path w="1336209" h="4763">
                <a:moveTo>
                  <a:pt x="0" y="0"/>
                </a:moveTo>
                <a:lnTo>
                  <a:pt x="13362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1D7B74"/>
            </a:solidFill>
            <a:prstDash val="solid"/>
          </a:ln>
        </p:spPr>
      </p:sp>
      <p:sp>
        <p:nvSpPr>
          <p:cNvPr id="13" name="svg-014-circle">
            <a:extLst xmlns:a="http://schemas.openxmlformats.org/drawingml/2006/main">
              <a:ext uri="{FF2B5EF4-FFF2-40B4-BE49-F238E27FC236}">
                <a16:creationId xmlns:a16="http://schemas.microsoft.com/office/drawing/2014/main" id="{66797522-6D76-4907-B83F-38684BD7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227" y="330705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vg-015-text">
            <a:extLst xmlns:a="http://schemas.openxmlformats.org/drawingml/2006/main">
              <a:ext uri="{FF2B5EF4-FFF2-40B4-BE49-F238E27FC236}">
                <a16:creationId xmlns:a16="http://schemas.microsoft.com/office/drawing/2014/main" id="{F4C42AC2-EF88-45C2-95F4-6CFC3055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517" y="3162098"/>
            <a:ext cx="695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输出 2 行</a:t>
            </a:r>
          </a:p>
        </p:txBody>
      </p:sp>
      <p:sp>
        <p:nvSpPr>
          <p:cNvPr id="15" name="svg-016-text">
            <a:extLst xmlns:a="http://schemas.openxmlformats.org/drawingml/2006/main">
              <a:ext uri="{FF2B5EF4-FFF2-40B4-BE49-F238E27FC236}">
                <a16:creationId xmlns:a16="http://schemas.microsoft.com/office/drawing/2014/main" id="{80F0988B-735B-4256-919A-829D7B87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190" y="3423847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EOF</a:t>
            </a:r>
          </a:p>
        </p:txBody>
      </p:sp>
      <p:sp>
        <p:nvSpPr>
          <p:cNvPr id="16" name="svg-017-path">
            <a:extLst xmlns:a="http://schemas.openxmlformats.org/drawingml/2006/main">
              <a:ext uri="{FF2B5EF4-FFF2-40B4-BE49-F238E27FC236}">
                <a16:creationId xmlns:a16="http://schemas.microsoft.com/office/drawing/2014/main" id="{EE5014DD-67AA-43ED-AC8C-72A080BA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777" y="3345158"/>
            <a:ext cx="1336209" cy="4763"/>
          </a:xfrm>
          <a:custGeom xmlns:a="http://schemas.openxmlformats.org/drawingml/2006/main">
            <a:pathLst>
              <a:path w="1336209" h="4763">
                <a:moveTo>
                  <a:pt x="0" y="0"/>
                </a:moveTo>
                <a:lnTo>
                  <a:pt x="13362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9AA7AF"/>
            </a:solidFill>
            <a:prstDash val="dash"/>
          </a:ln>
        </p:spPr>
      </p:sp>
      <p:sp>
        <p:nvSpPr>
          <p:cNvPr id="17" name="svg-018-text">
            <a:extLst xmlns:a="http://schemas.openxmlformats.org/drawingml/2006/main">
              <a:ext uri="{FF2B5EF4-FFF2-40B4-BE49-F238E27FC236}">
                <a16:creationId xmlns:a16="http://schemas.microsoft.com/office/drawing/2014/main" id="{C630085E-8D73-43CE-BA02-8E828FA8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118" y="3162098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可能再次输出</a:t>
            </a:r>
          </a:p>
        </p:txBody>
      </p:sp>
      <p:sp>
        <p:nvSpPr>
          <p:cNvPr id="18" name="svg-019-line">
            <a:extLst xmlns:a="http://schemas.openxmlformats.org/drawingml/2006/main">
              <a:ext uri="{FF2B5EF4-FFF2-40B4-BE49-F238E27FC236}">
                <a16:creationId xmlns:a16="http://schemas.microsoft.com/office/drawing/2014/main" id="{B8538843-AAEE-47B3-9367-FB333A42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038" y="2739864"/>
            <a:ext cx="9028" cy="903853"/>
          </a:xfrm>
          <a:custGeom xmlns:a="http://schemas.openxmlformats.org/drawingml/2006/main">
            <a:pathLst>
              <a:path w="9028" h="903853">
                <a:moveTo>
                  <a:pt x="0" y="0"/>
                </a:moveTo>
                <a:lnTo>
                  <a:pt x="0" y="90385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E664E"/>
            </a:solidFill>
            <a:prstDash val="dash"/>
          </a:ln>
        </p:spPr>
      </p:sp>
      <p:sp>
        <p:nvSpPr>
          <p:cNvPr id="19" name="svg-020-text">
            <a:extLst xmlns:a="http://schemas.openxmlformats.org/drawingml/2006/main">
              <a:ext uri="{FF2B5EF4-FFF2-40B4-BE49-F238E27FC236}">
                <a16:creationId xmlns:a16="http://schemas.microsoft.com/office/drawing/2014/main" id="{EC51FEA7-84DD-4A15-B8FD-4D62F773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185" y="3689686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快照</a:t>
            </a:r>
          </a:p>
        </p:txBody>
      </p:sp>
      <p:sp>
        <p:nvSpPr>
          <p:cNvPr id="20" name="svg-021-line">
            <a:extLst xmlns:a="http://schemas.openxmlformats.org/drawingml/2006/main">
              <a:ext uri="{FF2B5EF4-FFF2-40B4-BE49-F238E27FC236}">
                <a16:creationId xmlns:a16="http://schemas.microsoft.com/office/drawing/2014/main" id="{F6E408BC-5694-4F61-9E42-BFB3DC62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74992"/>
            <a:ext cx="5128152" cy="4763"/>
          </a:xfrm>
          <a:custGeom xmlns:a="http://schemas.openxmlformats.org/drawingml/2006/main">
            <a:pathLst>
              <a:path w="5128152" h="4763">
                <a:moveTo>
                  <a:pt x="0" y="0"/>
                </a:moveTo>
                <a:lnTo>
                  <a:pt x="51281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6DEE2"/>
            </a:solidFill>
            <a:prstDash val="solid"/>
          </a:ln>
        </p:spPr>
      </p:sp>
      <p:sp>
        <p:nvSpPr>
          <p:cNvPr id="21" name="svg-022-text">
            <a:extLst xmlns:a="http://schemas.openxmlformats.org/drawingml/2006/main">
              <a:ext uri="{FF2B5EF4-FFF2-40B4-BE49-F238E27FC236}">
                <a16:creationId xmlns:a16="http://schemas.microsoft.com/office/drawing/2014/main" id="{5D93050F-8361-404B-AFE2-EC59F946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53190"/>
            <a:ext cx="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本次执行结束后，仍可能重新执行</a:t>
            </a:r>
          </a:p>
        </p:txBody>
      </p:sp>
      <p:sp>
        <p:nvSpPr>
          <p:cNvPr id="22" name="svg-023-text">
            <a:extLst xmlns:a="http://schemas.openxmlformats.org/drawingml/2006/main">
              <a:ext uri="{FF2B5EF4-FFF2-40B4-BE49-F238E27FC236}">
                <a16:creationId xmlns:a16="http://schemas.microsoft.com/office/drawing/2014/main" id="{8D74E4F6-D26D-4831-968B-041370F5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3184"/>
            <a:ext cx="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下一条外侧行可能触发内侧连接重新执行。</a:t>
            </a:r>
          </a:p>
        </p:txBody>
      </p:sp>
      <p:sp>
        <p:nvSpPr>
          <p:cNvPr id="23" name="svg-024-text">
            <a:extLst xmlns:a="http://schemas.openxmlformats.org/drawingml/2006/main">
              <a:ext uri="{FF2B5EF4-FFF2-40B4-BE49-F238E27FC236}">
                <a16:creationId xmlns:a16="http://schemas.microsoft.com/office/drawing/2014/main" id="{A70B53F0-8C6B-4E00-A335-9A46DCD9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39" y="2367525"/>
            <a:ext cx="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b　累计行数不能直接比较单次估算</a:t>
            </a:r>
          </a:p>
        </p:txBody>
      </p:sp>
      <p:sp>
        <p:nvSpPr>
          <p:cNvPr id="24" name="svg-025-text">
            <a:extLst xmlns:a="http://schemas.openxmlformats.org/drawingml/2006/main">
              <a:ext uri="{FF2B5EF4-FFF2-40B4-BE49-F238E27FC236}">
                <a16:creationId xmlns:a16="http://schemas.microsoft.com/office/drawing/2014/main" id="{253F5C34-5856-4D7A-A523-BAA97FA2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39" y="2564982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内侧算子已执行 20 次</a:t>
            </a:r>
          </a:p>
        </p:txBody>
      </p:sp>
      <p:sp>
        <p:nvSpPr>
          <p:cNvPr id="25" name="svg-026-text">
            <a:extLst xmlns:a="http://schemas.openxmlformats.org/drawingml/2006/main">
              <a:ext uri="{FF2B5EF4-FFF2-40B4-BE49-F238E27FC236}">
                <a16:creationId xmlns:a16="http://schemas.microsoft.com/office/drawing/2014/main" id="{A758B5D8-BF26-4585-97F3-23C0D302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39" y="2805955"/>
            <a:ext cx="1028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单次估算　10 行</a:t>
            </a:r>
          </a:p>
        </p:txBody>
      </p:sp>
      <p:sp>
        <p:nvSpPr>
          <p:cNvPr id="26" name="svg-027-rect">
            <a:extLst xmlns:a="http://schemas.openxmlformats.org/drawingml/2006/main">
              <a:ext uri="{FF2B5EF4-FFF2-40B4-BE49-F238E27FC236}">
                <a16:creationId xmlns:a16="http://schemas.microsoft.com/office/drawing/2014/main" id="{F79B83C4-EDD8-4DEE-A697-7570DDE1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251" y="2797121"/>
            <a:ext cx="2618246" cy="122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A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vg-028-text">
            <a:extLst xmlns:a="http://schemas.openxmlformats.org/drawingml/2006/main">
              <a:ext uri="{FF2B5EF4-FFF2-40B4-BE49-F238E27FC236}">
                <a16:creationId xmlns:a16="http://schemas.microsoft.com/office/drawing/2014/main" id="{9B7F50E4-02F3-4864-8282-5CD08C6F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39" y="3051345"/>
            <a:ext cx="1019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单次实际　 5 行</a:t>
            </a:r>
          </a:p>
        </p:txBody>
      </p:sp>
      <p:sp>
        <p:nvSpPr>
          <p:cNvPr id="28" name="svg-029-rect">
            <a:extLst xmlns:a="http://schemas.openxmlformats.org/drawingml/2006/main">
              <a:ext uri="{FF2B5EF4-FFF2-40B4-BE49-F238E27FC236}">
                <a16:creationId xmlns:a16="http://schemas.microsoft.com/office/drawing/2014/main" id="{62353115-7415-4C72-AFFB-E6EE99C8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251" y="3042511"/>
            <a:ext cx="1309123" cy="122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C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vg-030-line">
            <a:extLst xmlns:a="http://schemas.openxmlformats.org/drawingml/2006/main">
              <a:ext uri="{FF2B5EF4-FFF2-40B4-BE49-F238E27FC236}">
                <a16:creationId xmlns:a16="http://schemas.microsoft.com/office/drawing/2014/main" id="{7FB85CB9-A796-47D5-A4E0-9800DB99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251" y="3263362"/>
            <a:ext cx="2618246" cy="4763"/>
          </a:xfrm>
          <a:custGeom xmlns:a="http://schemas.openxmlformats.org/drawingml/2006/main">
            <a:pathLst>
              <a:path w="2618246" h="4763">
                <a:moveTo>
                  <a:pt x="0" y="0"/>
                </a:moveTo>
                <a:lnTo>
                  <a:pt x="26182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B1B9"/>
            </a:solidFill>
            <a:prstDash val="solid"/>
          </a:ln>
        </p:spPr>
      </p:sp>
      <p:sp>
        <p:nvSpPr>
          <p:cNvPr id="30" name="svg-031-text">
            <a:extLst xmlns:a="http://schemas.openxmlformats.org/drawingml/2006/main">
              <a:ext uri="{FF2B5EF4-FFF2-40B4-BE49-F238E27FC236}">
                <a16:creationId xmlns:a16="http://schemas.microsoft.com/office/drawing/2014/main" id="{307213D0-FB18-4209-B2A9-D7F76738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024" y="3288882"/>
            <a:ext cx="238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1" name="svg-032-text">
            <a:extLst xmlns:a="http://schemas.openxmlformats.org/drawingml/2006/main">
              <a:ext uri="{FF2B5EF4-FFF2-40B4-BE49-F238E27FC236}">
                <a16:creationId xmlns:a16="http://schemas.microsoft.com/office/drawing/2014/main" id="{7FE07C70-056E-445D-94C7-B19A91ED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929" y="3288882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2" name="svg-033-text">
            <a:extLst xmlns:a="http://schemas.openxmlformats.org/drawingml/2006/main">
              <a:ext uri="{FF2B5EF4-FFF2-40B4-BE49-F238E27FC236}">
                <a16:creationId xmlns:a16="http://schemas.microsoft.com/office/drawing/2014/main" id="{9A8B0CD3-9403-4743-A1D4-6393EFDE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39" y="3554394"/>
            <a:ext cx="2181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累计 ntuples = 20 × 5 = 100 行</a:t>
            </a:r>
          </a:p>
        </p:txBody>
      </p:sp>
      <p:sp>
        <p:nvSpPr>
          <p:cNvPr id="33" name="svg-034-text">
            <a:extLst xmlns:a="http://schemas.openxmlformats.org/drawingml/2006/main">
              <a:ext uri="{FF2B5EF4-FFF2-40B4-BE49-F238E27FC236}">
                <a16:creationId xmlns:a16="http://schemas.microsoft.com/office/drawing/2014/main" id="{78DCD7D4-C0D3-437F-9975-B0B48140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39" y="3713898"/>
            <a:ext cx="1657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plan_rows = 10 行 / 次</a:t>
            </a:r>
          </a:p>
        </p:txBody>
      </p:sp>
      <p:sp>
        <p:nvSpPr>
          <p:cNvPr id="34" name="svg-035-line">
            <a:extLst xmlns:a="http://schemas.openxmlformats.org/drawingml/2006/main">
              <a:ext uri="{FF2B5EF4-FFF2-40B4-BE49-F238E27FC236}">
                <a16:creationId xmlns:a16="http://schemas.microsoft.com/office/drawing/2014/main" id="{9F40C218-33E1-4BEC-A49A-9A5FFD2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39" y="3974992"/>
            <a:ext cx="5209408" cy="4763"/>
          </a:xfrm>
          <a:custGeom xmlns:a="http://schemas.openxmlformats.org/drawingml/2006/main">
            <a:pathLst>
              <a:path w="5209408" h="4763">
                <a:moveTo>
                  <a:pt x="0" y="0"/>
                </a:moveTo>
                <a:lnTo>
                  <a:pt x="52094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6DEE2"/>
            </a:solidFill>
            <a:prstDash val="solid"/>
          </a:ln>
        </p:spPr>
      </p:sp>
      <p:sp>
        <p:nvSpPr>
          <p:cNvPr id="35" name="svg-036-text">
            <a:extLst xmlns:a="http://schemas.openxmlformats.org/drawingml/2006/main">
              <a:ext uri="{FF2B5EF4-FFF2-40B4-BE49-F238E27FC236}">
                <a16:creationId xmlns:a16="http://schemas.microsoft.com/office/drawing/2014/main" id="{0CC8E1A4-9E62-4647-BD9A-79CB03E9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39" y="4053190"/>
            <a:ext cx="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应比较单次实际 5 行与估算 10 行</a:t>
            </a:r>
          </a:p>
        </p:txBody>
      </p:sp>
      <p:sp>
        <p:nvSpPr>
          <p:cNvPr id="36" name="svg-037-text">
            <a:extLst xmlns:a="http://schemas.openxmlformats.org/drawingml/2006/main">
              <a:ext uri="{FF2B5EF4-FFF2-40B4-BE49-F238E27FC236}">
                <a16:creationId xmlns:a16="http://schemas.microsoft.com/office/drawing/2014/main" id="{7E1D95A9-1F63-4F20-A2C5-56AD6D14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39" y="4213184"/>
            <a:ext cx="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累计 100 行对应 20 次执行，不能与单次估算 10 行直接比较。</a:t>
            </a:r>
          </a:p>
        </p:txBody>
      </p:sp>
    </p:spTree>
    <p:extLst>
      <p:ext uri="{BB962C8B-B14F-4D97-AF65-F5344CB8AC3E}">
        <p14:creationId xmlns:p14="http://schemas.microsoft.com/office/powerpoint/2010/main" val="1319677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2026-10-10T03:04:45.8290000Z</dcterms:created>
  <dcterms:modified xsi:type="dcterms:W3CDTF">2026-10-10T03:04:45.8290000Z</dcterms:modified>
</coreProperties>
</file>