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charts/chart101.xml" ContentType="application/vnd.openxmlformats-officedocument.drawingml.chart+xml"/>
  <Override PartName="/ppt/charts/chart102.xml" ContentType="application/vnd.openxmlformats-officedocument.drawingml.chart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docProps/core.xml" Id="R8810c1ac104c40c4"/><Relationship Type="http://schemas.openxmlformats.org/officeDocument/2006/relationships/extended-properties" Target="docProps/app.xml" Id="R9b89ebc137594f29"/><Relationship Type="http://schemas.openxmlformats.org/officeDocument/2006/relationships/officeDocument" Target="ppt/presentation.xml" Id="R129cd3a313304437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a894d06a4e4ea0"/>
  </p:sldMasterIdLst>
  <p:notesMasterIdLst>
    <p:notesMasterId xmlns:r="http://schemas.openxmlformats.org/officeDocument/2006/relationships" r:id="Rd89e7d6596504ce0"/>
  </p:notesMasterIdLst>
  <p:sldIdLst>
    <p:sldId xmlns:r="http://schemas.openxmlformats.org/officeDocument/2006/relationships" id="256" r:id="Rc38a8d776c704b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theme/theme1.xml" Id="R40b045a5008941eb"/><Relationship Type="http://schemas.openxmlformats.org/officeDocument/2006/relationships/slideMaster" Target="slideMasters/slideMaster1.xml" Id="R82a894d06a4e4ea0"/><Relationship Type="http://schemas.openxmlformats.org/officeDocument/2006/relationships/notesMaster" Target="notesMasters/notesMaster1.xml" Id="Rd89e7d6596504ce0"/><Relationship Type="http://schemas.openxmlformats.org/officeDocument/2006/relationships/presProps" Target="presProps.xml" Id="R9327c4533d0143d7"/><Relationship Type="http://schemas.openxmlformats.org/officeDocument/2006/relationships/tableStyles" Target="tableStyles.xml" Id="R20f00eff2af347db"/><Relationship Type="http://schemas.openxmlformats.org/officeDocument/2006/relationships/slide" Target="slides/slide1.xml" Id="Rc38a8d776c704b34"/>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_rels/chart102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2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118055555556"/>
          <c:y val="0.0882352941176"/>
          <c:w val="0.840277777778"/>
          <c:h val="0.833333333333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JOB</c:v>
                </c:pt>
              </c:strCache>
            </c:strRef>
          </c:tx>
          <c:spPr>
            <a:solidFill>
              <a:srgbClr val="E3E8EC"/>
            </a:solidFill>
            <a:ln>
              <a:solidFill>
                <a:srgbClr val="E3E8EC"/>
              </a:solidFill>
            </a:ln>
          </c:spPr>
          <c:invertIfNegative val="0"/>
          <c:dPt>
            <c:idx val="0"/>
            <c:invertIfNegative val="0"/>
            <c:spPr>
              <a:solidFill>
                <a:srgbClr val="E3E8EC"/>
              </a:solidFill>
              <a:ln>
                <a:solidFill>
                  <a:srgbClr val="E3E8EC"/>
                </a:solidFill>
              </a:ln>
            </c:spPr>
          </c:dPt>
          <c:dPt>
            <c:idx val="1"/>
            <c:invertIfNegative val="0"/>
            <c:spPr>
              <a:solidFill>
                <a:srgbClr val="98A4AC"/>
              </a:solidFill>
              <a:ln>
                <a:solidFill>
                  <a:srgbClr val="98A4AC"/>
                </a:solidFill>
              </a:ln>
            </c:spPr>
          </c:dPt>
          <c:dPt>
            <c:idx val="2"/>
            <c:invertIfNegative val="0"/>
            <c:spPr>
              <a:solidFill>
                <a:srgbClr val="2C5C84"/>
              </a:solidFill>
              <a:ln>
                <a:solidFill>
                  <a:srgbClr val="2C5C84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原始SQL</c:v>
                </c:pt>
                <c:pt idx="1">
                  <c:v>不设单轮超时</c:v>
                </c:pt>
                <c:pt idx="2">
                  <c:v>单轮10秒部分反馈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456</c:v>
                </c:pt>
                <c:pt idx="1">
                  <c:v>190</c:v>
                </c:pt>
                <c:pt idx="2">
                  <c:v>168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zh-CN" sz="1350" b="1">
                  <a:solidFill>
                    <a:srgbClr val="24313A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 cmpd="sng" algn="ctr">
            <a:solidFill>
              <a:srgbClr val="63717B"/>
            </a:solidFill>
            <a:round/>
          </a:ln>
        </c:spPr>
        <c:txPr>
          <a:bodyPr/>
          <a:lstStyle/>
          <a:p>
            <a:pPr>
              <a:defRPr lang="zh-CN" sz="105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500"/>
          <c:min val="0"/>
        </c:scaling>
        <c:delete val="0"/>
        <c:axPos val="l"/>
        <c:majorGridlines>
          <c:spPr>
            <a:ln w="6350" cap="flat" cmpd="sng" algn="ctr">
              <a:solidFill>
                <a:srgbClr val="D5DDE2"/>
              </a:solidFill>
              <a:round/>
            </a:ln>
          </c:spPr>
        </c:majorGridlines>
        <c:numFmt formatCode="#,##0" sourceLinked="0"/>
        <c:majorTickMark val="none"/>
        <c:minorTickMark val="none"/>
        <c:tickLblPos val="nextTo"/>
        <c:spPr>
          <a:ln w="9525" cap="flat" cmpd="sng" algn="ctr">
            <a:solidFill>
              <a:srgbClr val="63717B"/>
            </a:solidFill>
            <a:round/>
          </a:ln>
        </c:spPr>
        <c:txPr>
          <a:bodyPr/>
          <a:lstStyle/>
          <a:p>
            <a:pPr>
              <a:defRPr lang="zh-CN" sz="980">
                <a:solidFill>
                  <a:srgbClr val="63717B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100"/>
      </c:valAx>
      <c:spPr>
        <a:solidFill>
          <a:srgbClr val="FFFFFF"/>
        </a:solidFill>
        <a:ln>
          <a:noFill/>
        </a:ln>
      </c:spPr>
    </c:plotArea>
    <c:plotVisOnly val="1"/>
    <c:dispBlanksAs val="gap"/>
  </c:chart>
  <c:spPr>
    <a:solidFill>
      <a:srgbClr val="FFFFFF"/>
    </a:solidFill>
    <a:ln>
      <a:noFill/>
    </a:ln>
  </c:spPr>
  <c:txPr>
    <a:bodyPr/>
    <a:lstStyle/>
    <a:p>
      <a:pPr>
        <a:defRPr lang="zh-CN" sz="900">
          <a:solidFill>
            <a:srgbClr val="24313A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charts/chart10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118055555556"/>
          <c:y val="0.0882352941176"/>
          <c:w val="0.840277777778"/>
          <c:h val="0.833333333333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JOB-complex</c:v>
                </c:pt>
              </c:strCache>
            </c:strRef>
          </c:tx>
          <c:spPr>
            <a:solidFill>
              <a:srgbClr val="E3E8EC"/>
            </a:solidFill>
            <a:ln>
              <a:solidFill>
                <a:srgbClr val="E3E8EC"/>
              </a:solidFill>
            </a:ln>
          </c:spPr>
          <c:invertIfNegative val="0"/>
          <c:dPt>
            <c:idx val="0"/>
            <c:invertIfNegative val="0"/>
            <c:spPr>
              <a:solidFill>
                <a:srgbClr val="E3E8EC"/>
              </a:solidFill>
              <a:ln>
                <a:solidFill>
                  <a:srgbClr val="E3E8EC"/>
                </a:solidFill>
              </a:ln>
            </c:spPr>
          </c:dPt>
          <c:dPt>
            <c:idx val="1"/>
            <c:invertIfNegative val="0"/>
            <c:spPr>
              <a:solidFill>
                <a:srgbClr val="98A4AC"/>
              </a:solidFill>
              <a:ln>
                <a:solidFill>
                  <a:srgbClr val="98A4AC"/>
                </a:solidFill>
              </a:ln>
            </c:spPr>
          </c:dPt>
          <c:dPt>
            <c:idx val="2"/>
            <c:invertIfNegative val="0"/>
            <c:spPr>
              <a:solidFill>
                <a:srgbClr val="2C5C84"/>
              </a:solidFill>
              <a:ln>
                <a:solidFill>
                  <a:srgbClr val="2C5C84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原始SQL</c:v>
                </c:pt>
                <c:pt idx="1">
                  <c:v>不设单轮超时</c:v>
                </c:pt>
                <c:pt idx="2">
                  <c:v>单轮10秒部分反馈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332</c:v>
                </c:pt>
                <c:pt idx="1">
                  <c:v>48</c:v>
                </c:pt>
                <c:pt idx="2">
                  <c:v>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zh-CN" sz="1350" b="1">
                  <a:solidFill>
                    <a:srgbClr val="24313A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 cmpd="sng" algn="ctr">
            <a:solidFill>
              <a:srgbClr val="63717B"/>
            </a:solidFill>
            <a:round/>
          </a:ln>
        </c:spPr>
        <c:txPr>
          <a:bodyPr/>
          <a:lstStyle/>
          <a:p>
            <a:pPr>
              <a:defRPr lang="zh-CN" sz="105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500"/>
          <c:min val="0"/>
        </c:scaling>
        <c:delete val="0"/>
        <c:axPos val="l"/>
        <c:majorGridlines>
          <c:spPr>
            <a:ln w="6350" cap="flat" cmpd="sng" algn="ctr">
              <a:solidFill>
                <a:srgbClr val="D5DDE2"/>
              </a:solidFill>
              <a:round/>
            </a:ln>
          </c:spPr>
        </c:majorGridlines>
        <c:numFmt formatCode="#,##0" sourceLinked="0"/>
        <c:majorTickMark val="none"/>
        <c:minorTickMark val="none"/>
        <c:tickLblPos val="nextTo"/>
        <c:spPr>
          <a:ln w="9525" cap="flat" cmpd="sng" algn="ctr">
            <a:solidFill>
              <a:srgbClr val="63717B"/>
            </a:solidFill>
            <a:round/>
          </a:ln>
        </c:spPr>
        <c:txPr>
          <a:bodyPr/>
          <a:lstStyle/>
          <a:p>
            <a:pPr>
              <a:defRPr lang="zh-CN" sz="980">
                <a:solidFill>
                  <a:srgbClr val="63717B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100"/>
      </c:valAx>
      <c:spPr>
        <a:solidFill>
          <a:srgbClr val="FFFFFF"/>
        </a:solidFill>
        <a:ln>
          <a:noFill/>
        </a:ln>
      </c:spPr>
    </c:plotArea>
    <c:plotVisOnly val="1"/>
    <c:dispBlanksAs val="gap"/>
  </c:chart>
  <c:spPr>
    <a:solidFill>
      <a:srgbClr val="FFFFFF"/>
    </a:solidFill>
    <a:ln>
      <a:noFill/>
    </a:ln>
  </c:spPr>
  <c:txPr>
    <a:bodyPr/>
    <a:lstStyle/>
    <a:p>
      <a:pPr>
        <a:defRPr lang="zh-CN" sz="900">
          <a:solidFill>
            <a:srgbClr val="24313A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theme/theme3.xml" Id="Rbcfa4a440a9c44f5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../slides/slide1.xml" Id="R01588f3365c7425c"/><Relationship Type="http://schemas.openxmlformats.org/officeDocument/2006/relationships/notesMaster" Target="../notesMasters/notesMaster1.xml" Id="Rd7c8f3903aa64097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aaad7514f4e14414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caca358d402540e0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efddb70d708d4583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3c962bdb7f02455d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21609dde2c20475d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71d3f50aac3342fb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6B7522-A6FB-48AA-B2D5-78822A4A44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911AA11-A814-445B-8890-777080E9BE3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43114BA-0E69-4C78-A451-883B74AFDC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96BEFB5-843A-483F-B2C8-5EACBF2491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D302DA7-D99F-4B5B-8925-D92C9863F6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F6674BF-5F2C-49F0-A3AA-2ABEDA985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4095804-73F3-4C38-9D20-7C2D48E6C8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AAD3E95-47D7-46AC-8898-F334C47B0C5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7EA826-6D7A-42AA-ADD9-800861CA99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588B55A-AD38-49EA-A278-03C2658F07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theme/theme2.xml" Id="R87ab7c1dbfde4a1d"/><Relationship Type="http://schemas.openxmlformats.org/officeDocument/2006/relationships/slideLayout" Target="../slideLayouts/slideLayout1.xml" Id="R68dde49e6c70449c"/><Relationship Type="http://schemas.openxmlformats.org/officeDocument/2006/relationships/slideLayout" Target="../slideLayouts/slideLayout2.xml" Id="R3ebe4d0a4c34435e"/><Relationship Type="http://schemas.openxmlformats.org/officeDocument/2006/relationships/slideLayout" Target="../slideLayouts/slideLayout3.xml" Id="R4e5b9722c483440f"/><Relationship Type="http://schemas.openxmlformats.org/officeDocument/2006/relationships/slideLayout" Target="../slideLayouts/slideLayout4.xml" Id="R1d000468f03c44ea"/><Relationship Type="http://schemas.openxmlformats.org/officeDocument/2006/relationships/slideLayout" Target="../slideLayouts/slideLayout5.xml" Id="R72e2edc7585c41aa"/><Relationship Type="http://schemas.openxmlformats.org/officeDocument/2006/relationships/slideLayout" Target="../slideLayouts/slideLayout6.xml" Id="R37537d894add4292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dde49e6c70449c"/>
    <p:sldLayoutId xmlns:r="http://schemas.openxmlformats.org/officeDocument/2006/relationships" id="2147483650" r:id="R3ebe4d0a4c34435e"/>
    <p:sldLayoutId xmlns:r="http://schemas.openxmlformats.org/officeDocument/2006/relationships" id="2147483651" r:id="R4e5b9722c483440f"/>
    <p:sldLayoutId xmlns:r="http://schemas.openxmlformats.org/officeDocument/2006/relationships" id="2147483652" r:id="R1d000468f03c44ea"/>
    <p:sldLayoutId xmlns:r="http://schemas.openxmlformats.org/officeDocument/2006/relationships" id="2147483653" r:id="R72e2edc7585c41aa"/>
    <p:sldLayoutId xmlns:r="http://schemas.openxmlformats.org/officeDocument/2006/relationships" id="2147483654" r:id="R37537d894add42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6.xml" Id="Rb59f793859124b3a" /><Relationship Type="http://schemas.openxmlformats.org/officeDocument/2006/relationships/notesSlide" Target="../notesSlides/notesSlide1.xml" Id="Rcfde73a0368645c9" /><Relationship Id="rId2" Type="http://schemas.openxmlformats.org/officeDocument/2006/relationships/chart" Target="../charts/chart101.xml" /><Relationship Id="rId3" Type="http://schemas.openxmlformats.org/officeDocument/2006/relationships/chart" Target="../charts/chart102.xml" /></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unit"/>
          <p:cNvSpPr/>
          <p:nvPr/>
        </p:nvSpPr>
        <p:spPr>
          <a:xfrm>
            <a:off x="3200400" y="1828800"/>
            <a:ext cx="5791200" cy="276225"/>
          </a:xfrm>
          <a:prstGeom prst="rect">
            <a:avLst/>
          </a:prstGeom>
          <a:noFill/>
          <a:ln>
            <a:noFill/>
          </a:ln>
        </p:spPr>
        <p:txBody>
          <a:bodyPr wrap="none" lIns="0" tIns="30004" rIns="0" bIns="0" anchor="t" anchorCtr="0">
            <a:noAutofit/>
          </a:bodyPr>
          <a:lstStyle/>
          <a:p>
            <a:pPr algn="l"/>
            <a:r>
              <a:rPr lang="zh-CN" sz="1580" b="1" dirty="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完整执行时间总和（秒）</a:t>
            </a:r>
          </a:p>
        </p:txBody>
      </p:sp>
      <p:sp>
        <p:nvSpPr>
          <p:cNvPr id="2" name="job-title"/>
          <p:cNvSpPr/>
          <p:nvPr/>
        </p:nvSpPr>
        <p:spPr>
          <a:xfrm>
            <a:off x="3200400" y="243840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24289" rIns="0" bIns="0" anchor="t" anchorCtr="0">
            <a:noAutofit/>
          </a:bodyPr>
          <a:lstStyle/>
          <a:p>
            <a:pPr algn="l"/>
            <a:r>
              <a:rPr lang="zh-CN" sz="1280" b="1" dirty="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JOB（113条）</a:t>
            </a:r>
          </a:p>
        </p:txBody>
      </p:sp>
      <p:sp>
        <p:nvSpPr>
          <p:cNvPr id="3" name="complex-title"/>
          <p:cNvSpPr/>
          <p:nvPr/>
        </p:nvSpPr>
        <p:spPr>
          <a:xfrm>
            <a:off x="6248400" y="243840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24289" rIns="0" bIns="0" anchor="t" anchorCtr="0">
            <a:noAutofit/>
          </a:bodyPr>
          <a:lstStyle/>
          <a:p>
            <a:pPr algn="l"/>
            <a:r>
              <a:rPr lang="zh-CN" sz="1280" b="1" dirty="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JOB-complex（30条）</a:t>
            </a:r>
          </a:p>
        </p:txBody>
      </p:sp>
      <p:graphicFrame>
        <p:nvGraphicFramePr>
          <p:cNvPr id="11" name="figure-9-4-comparison"/>
          <p:cNvGraphicFramePr>
            <a:graphicFrameLocks noGrp="1"/>
          </p:cNvGraphicFramePr>
          <p:nvPr/>
        </p:nvGraphicFramePr>
        <p:xfrm>
          <a:off x="3200400" y="2695575"/>
          <a:ext cx="2743200" cy="19431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id="12" name="figure-9-5-comparison"/>
          <p:cNvGraphicFramePr>
            <a:graphicFrameLocks noGrp="1"/>
          </p:cNvGraphicFramePr>
          <p:nvPr/>
        </p:nvGraphicFramePr>
        <p:xfrm>
          <a:off x="6248400" y="2695575"/>
          <a:ext cx="2743200" cy="19431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6" name="footnote"/>
          <p:cNvSpPr/>
          <p:nvPr/>
        </p:nvSpPr>
        <p:spPr>
          <a:xfrm>
            <a:off x="3200400" y="4724400"/>
            <a:ext cx="5791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19288" rIns="0" bIns="0" anchor="t" anchorCtr="0">
            <a:noAutofit/>
          </a:bodyPr>
          <a:lstStyle/>
          <a:p>
            <a:pPr algn="l">
              <a:lnSpc>
                <a:spcPts val="1468"/>
              </a:lnSpc>
            </a:pPr>
            <a:r>
              <a:rPr lang="zh-CN" sz="1010" dirty="0">
                <a:solidFill>
                  <a:srgbClr val="63717B"/>
                </a:solidFill>
                <a:latin typeface="Microsoft YaHei"/>
                <a:ea typeface="Microsoft YaHei"/>
                <a:cs typeface="Microsoft YaHei"/>
              </a:rPr>
              <a:t>JOB的168秒包含两条未正式交付的恢复候选；</a:t>
            </a:r>
            <a:br/>
            <a:r>
              <a:rPr lang="zh-CN" sz="1010" dirty="0">
                <a:solidFill>
                  <a:srgbClr val="63717B"/>
                </a:solidFill>
                <a:latin typeface="Microsoft YaHei"/>
                <a:ea typeface="Microsoft YaHei"/>
                <a:cs typeface="Microsoft YaHei"/>
              </a:rPr>
              <a:t>仅采用正式交付候选并回填原SQL时约为205秒。</a:t>
            </a:r>
          </a:p>
        </p:txBody>
      </p:sp>
      <p:grpSp>
        <p:nvGrpSpPr>
          <p:cNvPr id="16" name="legend-original"/>
          <p:cNvGrpSpPr/>
          <p:nvPr/>
        </p:nvGrpSpPr>
        <p:grpSpPr>
          <a:xfrm>
            <a:off x="3200400" y="2178050"/>
            <a:ext cx="754837" cy="205359"/>
            <a:chOff x="3200400" y="2178050"/>
            <a:chExt cx="754837" cy="205359"/>
          </a:xfrm>
        </p:grpSpPr>
        <p:sp>
          <p:nvSpPr>
            <p:cNvPr id="14" name="Rectangle 14"/>
            <p:cNvSpPr/>
            <p:nvPr/>
          </p:nvSpPr>
          <p:spPr>
            <a:xfrm>
              <a:off x="3200400" y="2190750"/>
              <a:ext cx="114300" cy="114300"/>
            </a:xfrm>
            <a:prstGeom prst="rect">
              <a:avLst/>
            </a:prstGeom>
            <a:solidFill>
              <a:srgbClr val="E3E8E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385566" y="2178050"/>
              <a:ext cx="5696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4313A"/>
                  </a:solidFill>
                  <a:latin typeface="Microsoft YaHei"/>
                  <a:ea typeface="Microsoft YaHei"/>
                  <a:cs typeface="Microsoft YaHei"/>
                </a:rPr>
                <a:t>原始SQL</a:t>
              </a:r>
            </a:p>
          </p:txBody>
        </p:sp>
      </p:grpSp>
      <p:grpSp>
        <p:nvGrpSpPr>
          <p:cNvPr id="19" name="legend-no-timeout"/>
          <p:cNvGrpSpPr/>
          <p:nvPr/>
        </p:nvGrpSpPr>
        <p:grpSpPr>
          <a:xfrm>
            <a:off x="4552950" y="2178050"/>
            <a:ext cx="1043940" cy="205359"/>
            <a:chOff x="4552950" y="2178050"/>
            <a:chExt cx="1043940" cy="205359"/>
          </a:xfrm>
        </p:grpSpPr>
        <p:sp>
          <p:nvSpPr>
            <p:cNvPr id="17" name="Rectangle 17"/>
            <p:cNvSpPr/>
            <p:nvPr/>
          </p:nvSpPr>
          <p:spPr>
            <a:xfrm>
              <a:off x="4552950" y="2190750"/>
              <a:ext cx="114300" cy="114300"/>
            </a:xfrm>
            <a:prstGeom prst="rect">
              <a:avLst/>
            </a:prstGeom>
            <a:solidFill>
              <a:srgbClr val="98A4A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738116" y="21780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4313A"/>
                  </a:solidFill>
                  <a:latin typeface="Microsoft YaHei"/>
                  <a:ea typeface="Microsoft YaHei"/>
                  <a:cs typeface="Microsoft YaHei"/>
                </a:rPr>
                <a:t>不设单轮超时</a:t>
              </a:r>
            </a:p>
          </p:txBody>
        </p:sp>
      </p:grpSp>
      <p:grpSp>
        <p:nvGrpSpPr>
          <p:cNvPr id="22" name="legend-partial"/>
          <p:cNvGrpSpPr/>
          <p:nvPr/>
        </p:nvGrpSpPr>
        <p:grpSpPr>
          <a:xfrm>
            <a:off x="6534150" y="2178050"/>
            <a:ext cx="1340777" cy="205359"/>
            <a:chOff x="6534150" y="2178050"/>
            <a:chExt cx="1340777" cy="205359"/>
          </a:xfrm>
        </p:grpSpPr>
        <p:sp>
          <p:nvSpPr>
            <p:cNvPr id="20" name="Rectangle 20"/>
            <p:cNvSpPr/>
            <p:nvPr/>
          </p:nvSpPr>
          <p:spPr>
            <a:xfrm>
              <a:off x="6534150" y="2190750"/>
              <a:ext cx="114300" cy="114300"/>
            </a:xfrm>
            <a:prstGeom prst="rect">
              <a:avLst/>
            </a:prstGeom>
            <a:solidFill>
              <a:srgbClr val="2C5C8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19316" y="2178050"/>
              <a:ext cx="11556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4313A"/>
                  </a:solidFill>
                  <a:latin typeface="Microsoft YaHei"/>
                  <a:ea typeface="Microsoft YaHei"/>
                  <a:cs typeface="Microsoft YaHei"/>
                </a:rPr>
                <a:t>单轮10秒部分反馈</a:t>
              </a:r>
            </a:p>
          </p:txBody>
        </p:sp>
      </p:grpSp>
      <p:sp>
        <p:nvSpPr>
          <p:cNvPr id="23" name="quarter-page-fit-frame"/>
          <p:cNvSpPr/>
          <p:nvPr/>
        </p:nvSpPr>
        <p:spPr>
          <a:xfrm>
            <a:off x="3048000" y="1714500"/>
            <a:ext cx="6096000" cy="3429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</p:sp>
    </p:spTree>
    <p:extLst>
      <p:ext uri="{BB962C8B-B14F-4D97-AF65-F5344CB8AC3E}">
        <p14:creationId val="865866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2026-10-10T03:11:05.7270000Z</dcterms:created>
  <dcterms:modified xsi:type="dcterms:W3CDTF">2026-10-10T03:11:05.7270000Z</dcterms:modified>
</coreProperties>
</file>