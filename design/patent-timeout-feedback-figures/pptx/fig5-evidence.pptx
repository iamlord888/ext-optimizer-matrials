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fc44d99a24b4f4d" /><Relationship Type="http://schemas.openxmlformats.org/officeDocument/2006/relationships/extended-properties" Target="/docProps/app.xml" Id="Ra9d5cab42dc74370" /><Relationship Type="http://schemas.openxmlformats.org/officeDocument/2006/relationships/officeDocument" Target="/ppt/presentation.xml" Id="R511dedaecd5c42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26a0d685bd24c9d"/>
  </p:sldMasterIdLst>
  <p:notesMasterIdLst>
    <p:notesMasterId xmlns:r="http://schemas.openxmlformats.org/officeDocument/2006/relationships" r:id="Rec3041db381d4722"/>
  </p:notesMasterIdLst>
  <p:sldIdLst>
    <p:sldId xmlns:r="http://schemas.openxmlformats.org/officeDocument/2006/relationships" id="256" r:id="R19496b585d3547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be5e7fae334604" /><Relationship Type="http://schemas.openxmlformats.org/officeDocument/2006/relationships/slideMaster" Target="/ppt/slideMasters/slideMaster1.xml" Id="Rf26a0d685bd24c9d" /><Relationship Type="http://schemas.openxmlformats.org/officeDocument/2006/relationships/notesMaster" Target="/ppt/notesMasters/notesMaster1.xml" Id="Rec3041db381d4722" /><Relationship Type="http://schemas.openxmlformats.org/officeDocument/2006/relationships/presProps" Target="/ppt/presProps.xml" Id="R219f16bb05a74bf5" /><Relationship Type="http://schemas.openxmlformats.org/officeDocument/2006/relationships/tableStyles" Target="/ppt/tableStyles.xml" Id="R9c8902a4d3214706" /><Relationship Type="http://schemas.openxmlformats.org/officeDocument/2006/relationships/slide" Target="/ppt/slides/slide1.xml" Id="R19496b585d3547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80f92e2a6e44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926434361342c1" /><Relationship Type="http://schemas.openxmlformats.org/officeDocument/2006/relationships/notesMaster" Target="/ppt/notesMasters/notesMaster1.xml" Id="R6f020115200d4d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来源：/Users/penggan/CLionProjects/ext-optimizer/design/patent-timeout-feedback-pptx/fig5-evidence-editable.pptx</a:t>
            </a:r>
          </a:p>
          <a:p xmlns:a="http://schemas.openxmlformats.org/drawingml/2006/main">
            <a:r>
              <a:t>技术说明：/Users/penggan/CLionProjects/ext-optimizer/design/patent-timeout-feedback-disclosure-draft.md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cc8527f5bd4fc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2568b09fb64fe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c5c7a7a7ec46a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6ad8239eae46b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b2fffaf30c4ba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838d58f17248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A9A9E1B-5594-4390-A018-DF793E9AB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841500"/>
            <a:ext cx="628650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8D1B265-C1B3-469B-9790-2CF3C007A5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159000"/>
            <a:ext cx="100584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0FF204EB-DBE4-4C14-B6EE-6CC6F0A8155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85950" y="3143250"/>
            <a:ext cx="8801100" cy="63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B746FE3-2FF0-4AFC-AF30-23A16607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63750"/>
            <a:ext cx="628650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EBE881B-97A2-4A82-A8AD-7B6B135109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57300" y="2381250"/>
            <a:ext cx="10058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AC1D094F-5956-4713-B92C-22960EF1D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70000"/>
            <a:ext cx="628650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867AB18-84CC-406F-A788-296ED041DA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44500"/>
            <a:ext cx="11158538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59F1B45C-9767-46E9-B40A-E40FBE22598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87500"/>
            <a:ext cx="11158538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1pPr>
            <a:lvl2pPr marL="44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2pPr>
            <a:lvl3pPr marL="69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3pPr>
            <a:lvl4pPr marL="95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4pPr>
            <a:lvl5pPr marL="1206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5pPr>
            <a:lvl6pPr marL="146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6pPr>
            <a:lvl7pPr marL="171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7pPr>
            <a:lvl8pPr marL="196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8pPr>
            <a:lvl9pPr marL="222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D9941C7-D3F6-4F14-A444-C12FF3AB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70000"/>
            <a:ext cx="628650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EA49E8D-9D58-4422-8931-AB97397E43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44500"/>
            <a:ext cx="11158538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E9FCC5-DA1C-4697-82C1-C422CBCB54E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87500"/>
            <a:ext cx="5186363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1pPr>
            <a:lvl2pPr marL="44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2pPr>
            <a:lvl3pPr marL="69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3pPr>
            <a:lvl4pPr marL="95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4pPr>
            <a:lvl5pPr marL="1206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5pPr>
            <a:lvl6pPr marL="146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6pPr>
            <a:lvl7pPr marL="171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7pPr>
            <a:lvl8pPr marL="196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8pPr>
            <a:lvl9pPr marL="222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1F8E576-DCED-4D89-8484-35D3C8D690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679406" y="1587500"/>
            <a:ext cx="5186363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1pPr>
            <a:lvl2pPr marL="44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2pPr>
            <a:lvl3pPr marL="69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3pPr>
            <a:lvl4pPr marL="95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4pPr>
            <a:lvl5pPr marL="1206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5pPr>
            <a:lvl6pPr marL="146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6pPr>
            <a:lvl7pPr marL="171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7pPr>
            <a:lvl8pPr marL="196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8pPr>
            <a:lvl9pPr marL="222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3DEBC8C-9F45-4317-8471-EC790267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231" y="1270000"/>
            <a:ext cx="628650" cy="317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2B0E2A50-D7AA-4209-AB23-D59F685187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07231" y="444500"/>
            <a:ext cx="11158538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4F45DF7-1EFD-4BCF-A0F2-CF7EFDE940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07231" y="1587500"/>
            <a:ext cx="5186363" cy="355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19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1pPr>
            <a:lvl2pPr marL="44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2pPr>
            <a:lvl3pPr marL="69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3pPr>
            <a:lvl4pPr marL="95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4pPr>
            <a:lvl5pPr marL="1206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5pPr>
            <a:lvl6pPr marL="1460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6pPr>
            <a:lvl7pPr marL="1714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7pPr>
            <a:lvl8pPr marL="1968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8pPr>
            <a:lvl9pPr marL="2222500" indent="-190500">
              <a:lnSpc>
                <a:spcPct val="110000"/>
              </a:lnSpc>
              <a:spcBef>
                <a:spcPts val="0"/>
              </a:spcBef>
              <a:spcAft>
                <a:spcPts val="10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d399165e0d449d" /><Relationship Type="http://schemas.openxmlformats.org/officeDocument/2006/relationships/slideLayout" Target="/ppt/slideLayouts/slideLayout1.xml" Id="R2d54b2b2a54d46d6" /><Relationship Type="http://schemas.openxmlformats.org/officeDocument/2006/relationships/slideLayout" Target="/ppt/slideLayouts/slideLayout2.xml" Id="R0e2bf0aa25724640" /><Relationship Type="http://schemas.openxmlformats.org/officeDocument/2006/relationships/slideLayout" Target="/ppt/slideLayouts/slideLayout3.xml" Id="R0c9fa86527bb49e7" /><Relationship Type="http://schemas.openxmlformats.org/officeDocument/2006/relationships/slideLayout" Target="/ppt/slideLayouts/slideLayout4.xml" Id="Raf66668a53d6438f" /><Relationship Type="http://schemas.openxmlformats.org/officeDocument/2006/relationships/slideLayout" Target="/ppt/slideLayouts/slideLayout5.xml" Id="Rd3503f070c6b4088" /><Relationship Type="http://schemas.openxmlformats.org/officeDocument/2006/relationships/slideLayout" Target="/ppt/slideLayouts/slideLayout6.xml" Id="R9b17cb97192f46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4b2b2a54d46d6"/>
    <p:sldLayoutId xmlns:r="http://schemas.openxmlformats.org/officeDocument/2006/relationships" id="2147483650" r:id="R0e2bf0aa25724640"/>
    <p:sldLayoutId xmlns:r="http://schemas.openxmlformats.org/officeDocument/2006/relationships" id="2147483651" r:id="R0c9fa86527bb49e7"/>
    <p:sldLayoutId xmlns:r="http://schemas.openxmlformats.org/officeDocument/2006/relationships" id="2147483652" r:id="Raf66668a53d6438f"/>
    <p:sldLayoutId xmlns:r="http://schemas.openxmlformats.org/officeDocument/2006/relationships" id="2147483653" r:id="Rd3503f070c6b4088"/>
    <p:sldLayoutId xmlns:r="http://schemas.openxmlformats.org/officeDocument/2006/relationships" id="2147483654" r:id="R9b17cb97192f46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1f588d5cf476a" /><Relationship Type="http://schemas.openxmlformats.org/officeDocument/2006/relationships/notesSlide" Target="/ppt/notesSlides/notesSlide1.xml" Id="R59f072ebf49043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svg-002-text">
            <a:extLst xmlns:a="http://schemas.openxmlformats.org/drawingml/2006/main">
              <a:ext uri="{FF2B5EF4-FFF2-40B4-BE49-F238E27FC236}">
                <a16:creationId xmlns:a16="http://schemas.microsoft.com/office/drawing/2014/main" id="{33AEFBDD-39F3-475B-9242-C2DF4652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43150"/>
            <a:ext cx="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算子行数与执行状态</a:t>
            </a:r>
          </a:p>
        </p:txBody>
      </p:sp>
      <p:sp>
        <p:nvSpPr>
          <p:cNvPr id="2" name="svg-003-text">
            <a:extLst xmlns:a="http://schemas.openxmlformats.org/drawingml/2006/main">
              <a:ext uri="{FF2B5EF4-FFF2-40B4-BE49-F238E27FC236}">
                <a16:creationId xmlns:a16="http://schemas.microsoft.com/office/drawing/2014/main" id="{8359AD97-401F-43B5-99EE-17F095D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2166" y="2343150"/>
            <a:ext cx="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反馈类型</a:t>
            </a:r>
          </a:p>
        </p:txBody>
      </p:sp>
      <p:sp>
        <p:nvSpPr>
          <p:cNvPr id="3" name="svg-004-text">
            <a:extLst xmlns:a="http://schemas.openxmlformats.org/drawingml/2006/main">
              <a:ext uri="{FF2B5EF4-FFF2-40B4-BE49-F238E27FC236}">
                <a16:creationId xmlns:a16="http://schemas.microsoft.com/office/drawing/2014/main" id="{60A10A37-AD13-4A2F-A108-2AA0CC830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8372" y="2343150"/>
            <a:ext cx="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下一轮 Rows Hint</a:t>
            </a:r>
          </a:p>
        </p:txBody>
      </p:sp>
      <p:sp>
        <p:nvSpPr>
          <p:cNvPr id="4" name="svg-005-line">
            <a:extLst xmlns:a="http://schemas.openxmlformats.org/drawingml/2006/main">
              <a:ext uri="{FF2B5EF4-FFF2-40B4-BE49-F238E27FC236}">
                <a16:creationId xmlns:a16="http://schemas.microsoft.com/office/drawing/2014/main" id="{CB287B20-9D69-4F32-ABDD-C12ECEB6F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562225"/>
            <a:ext cx="11028307" cy="4763"/>
          </a:xfrm>
          <a:custGeom xmlns:a="http://schemas.openxmlformats.org/drawingml/2006/main">
            <a:pathLst>
              <a:path w="11028307" h="4763">
                <a:moveTo>
                  <a:pt x="0" y="0"/>
                </a:moveTo>
                <a:lnTo>
                  <a:pt x="110283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9DAAB2"/>
            </a:solidFill>
            <a:prstDash val="solid"/>
          </a:ln>
        </p:spPr>
      </p:sp>
      <p:sp>
        <p:nvSpPr>
          <p:cNvPr id="5" name="svg-006-line">
            <a:extLst xmlns:a="http://schemas.openxmlformats.org/drawingml/2006/main">
              <a:ext uri="{FF2B5EF4-FFF2-40B4-BE49-F238E27FC236}">
                <a16:creationId xmlns:a16="http://schemas.microsoft.com/office/drawing/2014/main" id="{CB5C974B-1780-4AC1-A69E-5732348B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0026" y="2562225"/>
            <a:ext cx="9129" cy="1647825"/>
          </a:xfrm>
          <a:custGeom xmlns:a="http://schemas.openxmlformats.org/drawingml/2006/main">
            <a:pathLst>
              <a:path w="9129" h="1786902">
                <a:moveTo>
                  <a:pt x="0" y="0"/>
                </a:moveTo>
                <a:lnTo>
                  <a:pt x="0" y="1786902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DEE2"/>
            </a:solidFill>
            <a:prstDash val="solid"/>
          </a:ln>
        </p:spPr>
      </p:sp>
      <p:sp>
        <p:nvSpPr>
          <p:cNvPr id="6" name="svg-007-line">
            <a:extLst xmlns:a="http://schemas.openxmlformats.org/drawingml/2006/main">
              <a:ext uri="{FF2B5EF4-FFF2-40B4-BE49-F238E27FC236}">
                <a16:creationId xmlns:a16="http://schemas.microsoft.com/office/drawing/2014/main" id="{D3D735C2-51DD-4389-BCB8-3861C5DAE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6232" y="2562225"/>
            <a:ext cx="9129" cy="1647825"/>
          </a:xfrm>
          <a:custGeom xmlns:a="http://schemas.openxmlformats.org/drawingml/2006/main">
            <a:pathLst>
              <a:path w="9129" h="1786902">
                <a:moveTo>
                  <a:pt x="0" y="0"/>
                </a:moveTo>
                <a:lnTo>
                  <a:pt x="0" y="1786902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D7DEE2"/>
            </a:solidFill>
            <a:prstDash val="solid"/>
          </a:ln>
        </p:spPr>
      </p:sp>
      <p:sp>
        <p:nvSpPr>
          <p:cNvPr id="7" name="svg-008-rect">
            <a:extLst xmlns:a="http://schemas.openxmlformats.org/drawingml/2006/main">
              <a:ext uri="{FF2B5EF4-FFF2-40B4-BE49-F238E27FC236}">
                <a16:creationId xmlns:a16="http://schemas.microsoft.com/office/drawing/2014/main" id="{8BB154BC-0A3C-41D6-A32F-256C58BE6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609850"/>
            <a:ext cx="110283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9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vg-010-text">
            <a:extLst xmlns:a="http://schemas.openxmlformats.org/drawingml/2006/main">
              <a:ext uri="{FF2B5EF4-FFF2-40B4-BE49-F238E27FC236}">
                <a16:creationId xmlns:a16="http://schemas.microsoft.com/office/drawing/2014/main" id="{3A30E22A-4E5B-4485-897B-3115BED52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2638425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扫描或连接已返回全部结果</a:t>
            </a:r>
          </a:p>
        </p:txBody>
      </p:sp>
      <p:sp>
        <p:nvSpPr>
          <p:cNvPr id="10" name="svg-011-text">
            <a:extLst xmlns:a="http://schemas.openxmlformats.org/drawingml/2006/main">
              <a:ext uri="{FF2B5EF4-FFF2-40B4-BE49-F238E27FC236}">
                <a16:creationId xmlns:a16="http://schemas.microsoft.com/office/drawing/2014/main" id="{78C0D5D6-5C30-44D1-82F4-1A2FBEC3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28194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该算子已返回 EOF；</a:t>
            </a:r>
          </a:p>
        </p:txBody>
      </p:sp>
      <p:sp>
        <p:nvSpPr>
          <p:cNvPr id="11" name="svg-012-text">
            <a:extLst xmlns:a="http://schemas.openxmlformats.org/drawingml/2006/main">
              <a:ext uri="{FF2B5EF4-FFF2-40B4-BE49-F238E27FC236}">
                <a16:creationId xmlns:a16="http://schemas.microsoft.com/office/drawing/2014/main" id="{094A4C09-3F54-4515-AE05-FEB65D84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2962275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父算子不会再次执行该子树</a:t>
            </a:r>
          </a:p>
        </p:txBody>
      </p:sp>
      <p:sp>
        <p:nvSpPr>
          <p:cNvPr id="12" name="svg-013-text">
            <a:extLst xmlns:a="http://schemas.openxmlformats.org/drawingml/2006/main">
              <a:ext uri="{FF2B5EF4-FFF2-40B4-BE49-F238E27FC236}">
                <a16:creationId xmlns:a16="http://schemas.microsoft.com/office/drawing/2014/main" id="{A3AB3FED-82D4-4614-AB51-32E9EECB8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90" y="26765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D7B74"/>
                </a:solidFill>
                <a:latin typeface="Microsoft YaHei"/>
                <a:ea typeface="Microsoft YaHei"/>
                <a:cs typeface="Microsoft YaHei"/>
              </a:rPr>
              <a:t>EXACT(A)</a:t>
            </a:r>
          </a:p>
        </p:txBody>
      </p:sp>
      <p:sp>
        <p:nvSpPr>
          <p:cNvPr id="13" name="svg-014-text">
            <a:extLst xmlns:a="http://schemas.openxmlformats.org/drawingml/2006/main">
              <a:ext uri="{FF2B5EF4-FFF2-40B4-BE49-F238E27FC236}">
                <a16:creationId xmlns:a16="http://schemas.microsoft.com/office/drawing/2014/main" id="{9E2376F5-A75A-4DF4-AEDF-9E68735D8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90" y="2876550"/>
            <a:ext cx="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= C(k)</a:t>
            </a:r>
          </a:p>
        </p:txBody>
      </p:sp>
      <p:sp>
        <p:nvSpPr>
          <p:cNvPr id="14" name="svg-015-text">
            <a:extLst xmlns:a="http://schemas.openxmlformats.org/drawingml/2006/main">
              <a:ext uri="{FF2B5EF4-FFF2-40B4-BE49-F238E27FC236}">
                <a16:creationId xmlns:a16="http://schemas.microsoft.com/office/drawing/2014/main" id="{6A2C6BC2-DA7F-44D8-91EA-047D408D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725" y="2676525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Bᵢ₊₁(k) = A</a:t>
            </a:r>
          </a:p>
        </p:txBody>
      </p:sp>
      <p:sp>
        <p:nvSpPr>
          <p:cNvPr id="15" name="svg-016-text">
            <a:extLst xmlns:a="http://schemas.openxmlformats.org/drawingml/2006/main">
              <a:ext uri="{FF2B5EF4-FFF2-40B4-BE49-F238E27FC236}">
                <a16:creationId xmlns:a16="http://schemas.microsoft.com/office/drawing/2014/main" id="{2D3AFA2C-0689-4117-BA2E-68EADF334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725" y="2895600"/>
            <a:ext cx="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可修正低估或高估</a:t>
            </a:r>
          </a:p>
        </p:txBody>
      </p:sp>
      <p:sp>
        <p:nvSpPr>
          <p:cNvPr id="16" name="svg-017-rect">
            <a:extLst xmlns:a="http://schemas.openxmlformats.org/drawingml/2006/main">
              <a:ext uri="{FF2B5EF4-FFF2-40B4-BE49-F238E27FC236}">
                <a16:creationId xmlns:a16="http://schemas.microsoft.com/office/drawing/2014/main" id="{3E4A9562-2B48-4586-85EB-C6B21879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81350"/>
            <a:ext cx="110283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7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vg-019-text">
            <a:extLst xmlns:a="http://schemas.openxmlformats.org/drawingml/2006/main">
              <a:ext uri="{FF2B5EF4-FFF2-40B4-BE49-F238E27FC236}">
                <a16:creationId xmlns:a16="http://schemas.microsoft.com/office/drawing/2014/main" id="{7D8C40CC-7117-493B-AA8D-78BCC033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3209925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尚不能确认已返回全部结果</a:t>
            </a:r>
          </a:p>
        </p:txBody>
      </p:sp>
      <p:sp>
        <p:nvSpPr>
          <p:cNvPr id="19" name="svg-020-text">
            <a:extLst xmlns:a="http://schemas.openxmlformats.org/drawingml/2006/main">
              <a:ext uri="{FF2B5EF4-FFF2-40B4-BE49-F238E27FC236}">
                <a16:creationId xmlns:a16="http://schemas.microsoft.com/office/drawing/2014/main" id="{B71A6EDE-B252-44E2-9F8A-5A74DBDF9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33909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已返回行数只增不减；</a:t>
            </a:r>
          </a:p>
        </p:txBody>
      </p:sp>
      <p:sp>
        <p:nvSpPr>
          <p:cNvPr id="20" name="svg-021-text">
            <a:extLst xmlns:a="http://schemas.openxmlformats.org/drawingml/2006/main">
              <a:ext uri="{FF2B5EF4-FFF2-40B4-BE49-F238E27FC236}">
                <a16:creationId xmlns:a16="http://schemas.microsoft.com/office/drawing/2014/main" id="{70013888-F026-41BC-BC65-83968F7E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3533775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&gt; E，可确认估算行数偏小</a:t>
            </a:r>
          </a:p>
        </p:txBody>
      </p:sp>
      <p:sp>
        <p:nvSpPr>
          <p:cNvPr id="21" name="svg-022-text">
            <a:extLst xmlns:a="http://schemas.openxmlformats.org/drawingml/2006/main">
              <a:ext uri="{FF2B5EF4-FFF2-40B4-BE49-F238E27FC236}">
                <a16:creationId xmlns:a16="http://schemas.microsoft.com/office/drawing/2014/main" id="{BA77DEA5-E247-48FA-839E-60436BE68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90" y="3248025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75C85"/>
                </a:solidFill>
                <a:latin typeface="Microsoft YaHei"/>
                <a:ea typeface="Microsoft YaHei"/>
                <a:cs typeface="Microsoft YaHei"/>
              </a:rPr>
              <a:t>LOWER_BOUND(A)</a:t>
            </a:r>
          </a:p>
        </p:txBody>
      </p:sp>
      <p:sp>
        <p:nvSpPr>
          <p:cNvPr id="22" name="svg-023-text">
            <a:extLst xmlns:a="http://schemas.openxmlformats.org/drawingml/2006/main">
              <a:ext uri="{FF2B5EF4-FFF2-40B4-BE49-F238E27FC236}">
                <a16:creationId xmlns:a16="http://schemas.microsoft.com/office/drawing/2014/main" id="{3A452BDC-C578-4091-9FB3-07BC0B5E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90" y="3448050"/>
            <a:ext cx="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A ≤ C(k)</a:t>
            </a:r>
          </a:p>
        </p:txBody>
      </p:sp>
      <p:sp>
        <p:nvSpPr>
          <p:cNvPr id="23" name="svg-024-text">
            <a:extLst xmlns:a="http://schemas.openxmlformats.org/drawingml/2006/main">
              <a:ext uri="{FF2B5EF4-FFF2-40B4-BE49-F238E27FC236}">
                <a16:creationId xmlns:a16="http://schemas.microsoft.com/office/drawing/2014/main" id="{20AD3029-6A15-42C5-88A8-6B143C5DA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725" y="3248025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Bᵢ₊₁(k) = max(Bᵢ(k), A)</a:t>
            </a:r>
          </a:p>
        </p:txBody>
      </p:sp>
      <p:sp>
        <p:nvSpPr>
          <p:cNvPr id="24" name="svg-025-text">
            <a:extLst xmlns:a="http://schemas.openxmlformats.org/drawingml/2006/main">
              <a:ext uri="{FF2B5EF4-FFF2-40B4-BE49-F238E27FC236}">
                <a16:creationId xmlns:a16="http://schemas.microsoft.com/office/drawing/2014/main" id="{587690DB-D260-4F22-BC65-6BA93DC8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725" y="3467100"/>
            <a:ext cx="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保留已有精确行数</a:t>
            </a:r>
          </a:p>
        </p:txBody>
      </p:sp>
      <p:sp>
        <p:nvSpPr>
          <p:cNvPr id="25" name="svg-026-rect">
            <a:extLst xmlns:a="http://schemas.openxmlformats.org/drawingml/2006/main">
              <a:ext uri="{FF2B5EF4-FFF2-40B4-BE49-F238E27FC236}">
                <a16:creationId xmlns:a16="http://schemas.microsoft.com/office/drawing/2014/main" id="{DF334988-34E5-4EAE-AD6B-C42A8C40F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752850"/>
            <a:ext cx="11028307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9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svg-028-text">
            <a:extLst xmlns:a="http://schemas.openxmlformats.org/drawingml/2006/main">
              <a:ext uri="{FF2B5EF4-FFF2-40B4-BE49-F238E27FC236}">
                <a16:creationId xmlns:a16="http://schemas.microsoft.com/office/drawing/2014/main" id="{5C3CB909-AD56-4C98-92D7-081AA870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3781425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不更新行数</a:t>
            </a:r>
          </a:p>
        </p:txBody>
      </p:sp>
      <p:sp>
        <p:nvSpPr>
          <p:cNvPr id="28" name="svg-029-text">
            <a:extLst xmlns:a="http://schemas.openxmlformats.org/drawingml/2006/main">
              <a:ext uri="{FF2B5EF4-FFF2-40B4-BE49-F238E27FC236}">
                <a16:creationId xmlns:a16="http://schemas.microsoft.com/office/drawing/2014/main" id="{EC51C6F1-E1B2-4BDE-AE0C-ACD1F245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3962400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未执行、无法按同次执行比较，或</a:t>
            </a:r>
          </a:p>
        </p:txBody>
      </p:sp>
      <p:sp>
        <p:nvSpPr>
          <p:cNvPr id="29" name="svg-030-text">
            <a:extLst xmlns:a="http://schemas.openxmlformats.org/drawingml/2006/main">
              <a:ext uri="{FF2B5EF4-FFF2-40B4-BE49-F238E27FC236}">
                <a16:creationId xmlns:a16="http://schemas.microsoft.com/office/drawing/2014/main" id="{D237C7B6-DE10-44DC-9E0A-64BCE5E5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105" y="4105275"/>
            <a:ext cx="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0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尚未返回全部结果且 A ≤ E</a:t>
            </a:r>
          </a:p>
        </p:txBody>
      </p:sp>
      <p:sp>
        <p:nvSpPr>
          <p:cNvPr id="30" name="svg-031-text">
            <a:extLst xmlns:a="http://schemas.openxmlformats.org/drawingml/2006/main">
              <a:ext uri="{FF2B5EF4-FFF2-40B4-BE49-F238E27FC236}">
                <a16:creationId xmlns:a16="http://schemas.microsoft.com/office/drawing/2014/main" id="{10A44082-EFC4-44FF-8F18-F336B113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390" y="3886200"/>
            <a:ext cx="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NONE</a:t>
            </a:r>
          </a:p>
        </p:txBody>
      </p:sp>
      <p:sp>
        <p:nvSpPr>
          <p:cNvPr id="31" name="svg-032-text">
            <a:extLst xmlns:a="http://schemas.openxmlformats.org/drawingml/2006/main">
              <a:ext uri="{FF2B5EF4-FFF2-40B4-BE49-F238E27FC236}">
                <a16:creationId xmlns:a16="http://schemas.microsoft.com/office/drawing/2014/main" id="{B0C5BBC7-1319-4F5D-B979-FCC71560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2725" y="3886200"/>
            <a:ext cx="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080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4313A"/>
                </a:solidFill>
                <a:latin typeface="Microsoft YaHei"/>
                <a:ea typeface="Microsoft YaHei"/>
                <a:cs typeface="Microsoft YaHei"/>
              </a:rPr>
              <a:t>Bᵢ₊₁(k) = Bᵢ(k)</a:t>
            </a:r>
          </a:p>
        </p:txBody>
      </p:sp>
      <p:sp>
        <p:nvSpPr>
          <p:cNvPr id="32" name="svg-033-text">
            <a:extLst xmlns:a="http://schemas.openxmlformats.org/drawingml/2006/main">
              <a:ext uri="{FF2B5EF4-FFF2-40B4-BE49-F238E27FC236}">
                <a16:creationId xmlns:a16="http://schemas.microsoft.com/office/drawing/2014/main" id="{1A3429CE-C369-4EBB-8795-DD742A36D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76725"/>
            <a:ext cx="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82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累计 A 须与相同执行次数的估算 E 比较；仅合并同一扫描或连接的行数。</a:t>
            </a:r>
          </a:p>
        </p:txBody>
      </p:sp>
      <p:sp>
        <p:nvSpPr>
          <p:cNvPr id="33" name="svg-034-text">
            <a:extLst xmlns:a="http://schemas.openxmlformats.org/drawingml/2006/main">
              <a:ext uri="{FF2B5EF4-FFF2-40B4-BE49-F238E27FC236}">
                <a16:creationId xmlns:a16="http://schemas.microsoft.com/office/drawing/2014/main" id="{CF2DB072-81D6-4DD8-84CD-BB361835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429125"/>
            <a:ext cx="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78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900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0">
                <a:solidFill>
                  <a:srgbClr val="63717A"/>
                </a:solidFill>
                <a:latin typeface="Microsoft YaHei"/>
                <a:ea typeface="Microsoft YaHei"/>
                <a:cs typeface="Microsoft YaHei"/>
              </a:rPr>
              <a:t>A：已返回行数　E：估算行数　C(k)：最终返回行数　Bᵢ(k)：当前 Rows Hint</a:t>
            </a:r>
          </a:p>
        </p:txBody>
      </p:sp>
    </p:spTree>
    <p:extLst>
      <p:ext uri="{BB962C8B-B14F-4D97-AF65-F5344CB8AC3E}">
        <p14:creationId xmlns:p14="http://schemas.microsoft.com/office/powerpoint/2010/main" val="3688501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2026-10-10T03:13:17.4250000Z</dcterms:created>
  <dcterms:modified xsi:type="dcterms:W3CDTF">2026-10-10T03:13:17.4250000Z</dcterms:modified>
</coreProperties>
</file>