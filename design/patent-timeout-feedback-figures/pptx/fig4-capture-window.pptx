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7df67030b84a38" /><Relationship Type="http://schemas.openxmlformats.org/officeDocument/2006/relationships/extended-properties" Target="/docProps/app.xml" Id="R2bfd1eb7adfa4e88" /><Relationship Type="http://schemas.openxmlformats.org/officeDocument/2006/relationships/officeDocument" Target="/ppt/presentation.xml" Id="Rf167599f53b040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d91a366fa342e4"/>
  </p:sldMasterIdLst>
  <p:notesMasterIdLst>
    <p:notesMasterId xmlns:r="http://schemas.openxmlformats.org/officeDocument/2006/relationships" r:id="Re320ba1190f24419"/>
  </p:notesMasterIdLst>
  <p:sldIdLst>
    <p:sldId xmlns:r="http://schemas.openxmlformats.org/officeDocument/2006/relationships" id="256" r:id="R59159d38f7fb46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d717e4166464d" /><Relationship Type="http://schemas.openxmlformats.org/officeDocument/2006/relationships/slideMaster" Target="/ppt/slideMasters/slideMaster1.xml" Id="R72d91a366fa342e4" /><Relationship Type="http://schemas.openxmlformats.org/officeDocument/2006/relationships/notesMaster" Target="/ppt/notesMasters/notesMaster1.xml" Id="Re320ba1190f24419" /><Relationship Type="http://schemas.openxmlformats.org/officeDocument/2006/relationships/presProps" Target="/ppt/presProps.xml" Id="Rb4c3802035674035" /><Relationship Type="http://schemas.openxmlformats.org/officeDocument/2006/relationships/tableStyles" Target="/ppt/tableStyles.xml" Id="R9cfaf90d05134779" /><Relationship Type="http://schemas.openxmlformats.org/officeDocument/2006/relationships/slide" Target="/ppt/slides/slide1.xml" Id="R59159d38f7fb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33521e9f4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44a94a7b1847f6" /><Relationship Type="http://schemas.openxmlformats.org/officeDocument/2006/relationships/notesMaster" Target="/ppt/notesMasters/notesMaster1.xml" Id="R4ae5fb1074ae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来源：/Users/penggan/CLionProjects/ext-optimizer/design/patent-timeout-feedback-pptx/fig4-capture-window-editable.pptx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e314f68264b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d6cbec1464c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79448ef9a40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126ed3b7644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c2658f5c0468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9d3a9970243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C57EF2-7D32-47D6-BBD6-0614BF76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457854"/>
            <a:ext cx="628650" cy="251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195A82-84DD-443A-B7EB-E8FD66FC3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1709208"/>
            <a:ext cx="10058400" cy="653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A56E760-B4E5-4019-8F53-0D84AA5A0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2488406"/>
            <a:ext cx="8801100" cy="502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57D558-5976-4AC2-BF4E-E747C49C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33802"/>
            <a:ext cx="628650" cy="251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10DE67-0EF4-40B2-A338-9F3A054C2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1885156"/>
            <a:ext cx="10058400" cy="754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85DA38-5679-4B92-A1F8-8B8D7C76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05417"/>
            <a:ext cx="628650" cy="251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8BB5D1-D097-4FB0-B3B7-E3F95FEFD6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51896"/>
            <a:ext cx="11158538" cy="55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54DA58F-71FE-48F2-A5FD-B2B005948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256771"/>
            <a:ext cx="11158538" cy="281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508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1pPr>
            <a:lvl2pPr marL="3518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2pPr>
            <a:lvl3pPr marL="5529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3pPr>
            <a:lvl4pPr marL="75406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4pPr>
            <a:lvl5pPr marL="95514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5pPr>
            <a:lvl6pPr marL="115622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6pPr>
            <a:lvl7pPr marL="13573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7pPr>
            <a:lvl8pPr marL="15583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8pPr>
            <a:lvl9pPr marL="17594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C89A8E7-F155-4424-986A-B5A999E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05417"/>
            <a:ext cx="628650" cy="251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59BD9C-86ED-49DE-9D68-908803F4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51896"/>
            <a:ext cx="11158538" cy="55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A48C76-3286-4C85-B809-61B3369690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256771"/>
            <a:ext cx="5186363" cy="281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508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1pPr>
            <a:lvl2pPr marL="3518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2pPr>
            <a:lvl3pPr marL="5529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3pPr>
            <a:lvl4pPr marL="75406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4pPr>
            <a:lvl5pPr marL="95514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5pPr>
            <a:lvl6pPr marL="115622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6pPr>
            <a:lvl7pPr marL="13573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7pPr>
            <a:lvl8pPr marL="15583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8pPr>
            <a:lvl9pPr marL="17594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763D59-37D7-477F-B08C-465D7FC76E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256771"/>
            <a:ext cx="5186363" cy="281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508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1pPr>
            <a:lvl2pPr marL="3518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2pPr>
            <a:lvl3pPr marL="5529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3pPr>
            <a:lvl4pPr marL="75406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4pPr>
            <a:lvl5pPr marL="95514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5pPr>
            <a:lvl6pPr marL="115622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6pPr>
            <a:lvl7pPr marL="13573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7pPr>
            <a:lvl8pPr marL="15583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8pPr>
            <a:lvl9pPr marL="17594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28A9AF-C7C8-460B-BF33-C3F43BC5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005417"/>
            <a:ext cx="628650" cy="251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4B8EA2-637E-4F0E-A70D-7F6E4AFF9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351896"/>
            <a:ext cx="11158538" cy="55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379DF0-66B9-4A92-A5C6-BBF5C74995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256771"/>
            <a:ext cx="5186363" cy="281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508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1pPr>
            <a:lvl2pPr marL="3518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2pPr>
            <a:lvl3pPr marL="5529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3pPr>
            <a:lvl4pPr marL="75406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4pPr>
            <a:lvl5pPr marL="95514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5pPr>
            <a:lvl6pPr marL="115622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6pPr>
            <a:lvl7pPr marL="1357313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7pPr>
            <a:lvl8pPr marL="1558396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8pPr>
            <a:lvl9pPr marL="1759479" indent="-150812">
              <a:lnSpc>
                <a:spcPct val="110000"/>
              </a:lnSpc>
              <a:spcBef>
                <a:spcPts val="0"/>
              </a:spcBef>
              <a:spcAft>
                <a:spcPts val="792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4e7e536469482d" /><Relationship Type="http://schemas.openxmlformats.org/officeDocument/2006/relationships/slideLayout" Target="/ppt/slideLayouts/slideLayout1.xml" Id="Rd44be3ccb4e8480d" /><Relationship Type="http://schemas.openxmlformats.org/officeDocument/2006/relationships/slideLayout" Target="/ppt/slideLayouts/slideLayout2.xml" Id="R838e5d70b6224a62" /><Relationship Type="http://schemas.openxmlformats.org/officeDocument/2006/relationships/slideLayout" Target="/ppt/slideLayouts/slideLayout3.xml" Id="R65aa8eb2de484eb3" /><Relationship Type="http://schemas.openxmlformats.org/officeDocument/2006/relationships/slideLayout" Target="/ppt/slideLayouts/slideLayout4.xml" Id="Rd961f6fc79534d3a" /><Relationship Type="http://schemas.openxmlformats.org/officeDocument/2006/relationships/slideLayout" Target="/ppt/slideLayouts/slideLayout5.xml" Id="Rf4768a8547ff4b2c" /><Relationship Type="http://schemas.openxmlformats.org/officeDocument/2006/relationships/slideLayout" Target="/ppt/slideLayouts/slideLayout6.xml" Id="R492781bfa2b1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be3ccb4e8480d"/>
    <p:sldLayoutId xmlns:r="http://schemas.openxmlformats.org/officeDocument/2006/relationships" id="2147483650" r:id="R838e5d70b6224a62"/>
    <p:sldLayoutId xmlns:r="http://schemas.openxmlformats.org/officeDocument/2006/relationships" id="2147483651" r:id="R65aa8eb2de484eb3"/>
    <p:sldLayoutId xmlns:r="http://schemas.openxmlformats.org/officeDocument/2006/relationships" id="2147483652" r:id="Rd961f6fc79534d3a"/>
    <p:sldLayoutId xmlns:r="http://schemas.openxmlformats.org/officeDocument/2006/relationships" id="2147483653" r:id="Rf4768a8547ff4b2c"/>
    <p:sldLayoutId xmlns:r="http://schemas.openxmlformats.org/officeDocument/2006/relationships" id="2147483654" r:id="R492781bfa2b1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37b12bb4b141d3" /><Relationship Type="http://schemas.openxmlformats.org/officeDocument/2006/relationships/notesSlide" Target="/ppt/notesSlides/notesSlide1.xml" Id="R9eaaf31dcc8948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vg-002-rect">
            <a:extLst xmlns:a="http://schemas.openxmlformats.org/drawingml/2006/main">
              <a:ext uri="{FF2B5EF4-FFF2-40B4-BE49-F238E27FC236}">
                <a16:creationId xmlns:a16="http://schemas.microsoft.com/office/drawing/2014/main" id="{F43F46B6-AB25-43C2-8B23-A0C7C908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306" y="2529894"/>
            <a:ext cx="3154968" cy="1719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vg-003-text">
            <a:extLst xmlns:a="http://schemas.openxmlformats.org/drawingml/2006/main">
              <a:ext uri="{FF2B5EF4-FFF2-40B4-BE49-F238E27FC236}">
                <a16:creationId xmlns:a16="http://schemas.microsoft.com/office/drawing/2014/main" id="{623788A2-4C4F-416C-93F5-099AC84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689" y="2575312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执行器对象释放前读取统计</a:t>
            </a:r>
          </a:p>
        </p:txBody>
      </p:sp>
      <p:sp>
        <p:nvSpPr>
          <p:cNvPr id="3" name="svg-004-line">
            <a:extLst xmlns:a="http://schemas.openxmlformats.org/drawingml/2006/main">
              <a:ext uri="{FF2B5EF4-FFF2-40B4-BE49-F238E27FC236}">
                <a16:creationId xmlns:a16="http://schemas.microsoft.com/office/drawing/2014/main" id="{B29A099C-E7CB-49FA-95EB-01BB55E0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71" y="2998408"/>
            <a:ext cx="8924054" cy="5512"/>
          </a:xfrm>
          <a:custGeom xmlns:a="http://schemas.openxmlformats.org/drawingml/2006/main">
            <a:pathLst>
              <a:path w="8924054" h="5512">
                <a:moveTo>
                  <a:pt x="0" y="0"/>
                </a:moveTo>
                <a:lnTo>
                  <a:pt x="89240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DE2"/>
            </a:solidFill>
            <a:prstDash val="solid"/>
          </a:ln>
        </p:spPr>
      </p:sp>
      <p:sp>
        <p:nvSpPr>
          <p:cNvPr id="4" name="svg-005-line">
            <a:extLst xmlns:a="http://schemas.openxmlformats.org/drawingml/2006/main">
              <a:ext uri="{FF2B5EF4-FFF2-40B4-BE49-F238E27FC236}">
                <a16:creationId xmlns:a16="http://schemas.microsoft.com/office/drawing/2014/main" id="{56305D7D-D30A-4300-A45D-FE2E0879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71" y="2981872"/>
            <a:ext cx="5102035" cy="5512"/>
          </a:xfrm>
          <a:custGeom xmlns:a="http://schemas.openxmlformats.org/drawingml/2006/main">
            <a:pathLst>
              <a:path w="5102035" h="5512">
                <a:moveTo>
                  <a:pt x="0" y="0"/>
                </a:moveTo>
                <a:lnTo>
                  <a:pt x="51020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758591"/>
            </a:solidFill>
            <a:prstDash val="solid"/>
          </a:ln>
        </p:spPr>
      </p:sp>
      <p:sp>
        <p:nvSpPr>
          <p:cNvPr id="5" name="svg-006-line">
            <a:extLst xmlns:a="http://schemas.openxmlformats.org/drawingml/2006/main">
              <a:ext uri="{FF2B5EF4-FFF2-40B4-BE49-F238E27FC236}">
                <a16:creationId xmlns:a16="http://schemas.microsoft.com/office/drawing/2014/main" id="{034BA4EB-9028-4E05-A0B5-0FBF0DD7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306" y="2981872"/>
            <a:ext cx="3154968" cy="5512"/>
          </a:xfrm>
          <a:custGeom xmlns:a="http://schemas.openxmlformats.org/drawingml/2006/main">
            <a:pathLst>
              <a:path w="3154968" h="5512">
                <a:moveTo>
                  <a:pt x="0" y="0"/>
                </a:moveTo>
                <a:lnTo>
                  <a:pt x="31549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7B74"/>
            </a:solidFill>
            <a:prstDash val="solid"/>
          </a:ln>
        </p:spPr>
      </p:sp>
      <p:sp>
        <p:nvSpPr>
          <p:cNvPr id="6" name="svg-007-line">
            <a:extLst xmlns:a="http://schemas.openxmlformats.org/drawingml/2006/main">
              <a:ext uri="{FF2B5EF4-FFF2-40B4-BE49-F238E27FC236}">
                <a16:creationId xmlns:a16="http://schemas.microsoft.com/office/drawing/2014/main" id="{8C764FB7-7762-4545-81AF-BFB3896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0274" y="2981872"/>
            <a:ext cx="667050" cy="5512"/>
          </a:xfrm>
          <a:custGeom xmlns:a="http://schemas.openxmlformats.org/drawingml/2006/main">
            <a:pathLst>
              <a:path w="667050" h="5512">
                <a:moveTo>
                  <a:pt x="0" y="0"/>
                </a:moveTo>
                <a:lnTo>
                  <a:pt x="6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758591"/>
            </a:solidFill>
            <a:prstDash val="solid"/>
          </a:ln>
        </p:spPr>
      </p:sp>
      <p:sp>
        <p:nvSpPr>
          <p:cNvPr id="7" name="svg-008-circle">
            <a:extLst xmlns:a="http://schemas.openxmlformats.org/drawingml/2006/main">
              <a:ext uri="{FF2B5EF4-FFF2-40B4-BE49-F238E27FC236}">
                <a16:creationId xmlns:a16="http://schemas.microsoft.com/office/drawing/2014/main" id="{B444CCA7-5ACB-4CC1-996E-9C82C76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171" y="29437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5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vg-009-circle">
            <a:extLst xmlns:a="http://schemas.openxmlformats.org/drawingml/2006/main">
              <a:ext uri="{FF2B5EF4-FFF2-40B4-BE49-F238E27FC236}">
                <a16:creationId xmlns:a16="http://schemas.microsoft.com/office/drawing/2014/main" id="{6BCA111F-280E-4DBB-BA9B-9BAADE8D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443" y="293901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66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010-circle">
            <a:extLst xmlns:a="http://schemas.openxmlformats.org/drawingml/2006/main">
              <a:ext uri="{FF2B5EF4-FFF2-40B4-BE49-F238E27FC236}">
                <a16:creationId xmlns:a16="http://schemas.microsoft.com/office/drawing/2014/main" id="{AF28050B-2A10-43F8-ACEE-02C2A6B7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8431" y="292948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vg-011-circle">
            <a:extLst xmlns:a="http://schemas.openxmlformats.org/drawingml/2006/main">
              <a:ext uri="{FF2B5EF4-FFF2-40B4-BE49-F238E27FC236}">
                <a16:creationId xmlns:a16="http://schemas.microsoft.com/office/drawing/2014/main" id="{8185617F-7792-4254-8375-E3EBEB3C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174" y="29437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5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894B0EEB-BEFF-43D3-B12F-EA8CBCD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65" y="23431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ExecutorRun 入口</a:t>
            </a:r>
          </a:p>
        </p:txBody>
      </p:sp>
      <p:sp>
        <p:nvSpPr>
          <p:cNvPr id="12" name="svg-013-text">
            <a:extLst xmlns:a="http://schemas.openxmlformats.org/drawingml/2006/main">
              <a:ext uri="{FF2B5EF4-FFF2-40B4-BE49-F238E27FC236}">
                <a16:creationId xmlns:a16="http://schemas.microsoft.com/office/drawing/2014/main" id="{7F6CCB2A-0F0F-47BB-947C-E6463F3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888" y="2514681"/>
            <a:ext cx="1419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保存 PlanState 指针</a:t>
            </a:r>
          </a:p>
        </p:txBody>
      </p:sp>
      <p:sp>
        <p:nvSpPr>
          <p:cNvPr id="13" name="svg-014-text">
            <a:extLst xmlns:a="http://schemas.openxmlformats.org/drawingml/2006/main">
              <a:ext uri="{FF2B5EF4-FFF2-40B4-BE49-F238E27FC236}">
                <a16:creationId xmlns:a16="http://schemas.microsoft.com/office/drawing/2014/main" id="{CAD22DC8-807F-4332-9278-B4E2C5A1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369" y="23431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期限触发</a:t>
            </a:r>
          </a:p>
        </p:txBody>
      </p:sp>
      <p:sp>
        <p:nvSpPr>
          <p:cNvPr id="14" name="svg-015-text">
            <a:extLst xmlns:a="http://schemas.openxmlformats.org/drawingml/2006/main">
              <a:ext uri="{FF2B5EF4-FFF2-40B4-BE49-F238E27FC236}">
                <a16:creationId xmlns:a16="http://schemas.microsoft.com/office/drawing/2014/main" id="{FAC88A94-ECBA-475A-9389-0FFB58E0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369" y="2514681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取消异常</a:t>
            </a:r>
          </a:p>
        </p:txBody>
      </p:sp>
      <p:sp>
        <p:nvSpPr>
          <p:cNvPr id="15" name="svg-016-text">
            <a:extLst xmlns:a="http://schemas.openxmlformats.org/drawingml/2006/main">
              <a:ext uri="{FF2B5EF4-FFF2-40B4-BE49-F238E27FC236}">
                <a16:creationId xmlns:a16="http://schemas.microsoft.com/office/drawing/2014/main" id="{C23CE00C-5129-42A3-B6A6-ECEE08A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407" y="2343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16" name="svg-017-text">
            <a:extLst xmlns:a="http://schemas.openxmlformats.org/drawingml/2006/main">
              <a:ext uri="{FF2B5EF4-FFF2-40B4-BE49-F238E27FC236}">
                <a16:creationId xmlns:a16="http://schemas.microsoft.com/office/drawing/2014/main" id="{11156A59-F96F-4B73-92E8-D571B122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6331" y="23431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清理</a:t>
            </a:r>
          </a:p>
        </p:txBody>
      </p:sp>
      <p:sp>
        <p:nvSpPr>
          <p:cNvPr id="17" name="svg-018-text">
            <a:extLst xmlns:a="http://schemas.openxmlformats.org/drawingml/2006/main">
              <a:ext uri="{FF2B5EF4-FFF2-40B4-BE49-F238E27FC236}">
                <a16:creationId xmlns:a16="http://schemas.microsoft.com/office/drawing/2014/main" id="{1990E856-BCC3-494C-8D53-292F4B0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01881"/>
            <a:ext cx="1133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PlanState 指针</a:t>
            </a:r>
          </a:p>
        </p:txBody>
      </p:sp>
      <p:sp>
        <p:nvSpPr>
          <p:cNvPr id="18" name="svg-019-path">
            <a:extLst xmlns:a="http://schemas.openxmlformats.org/drawingml/2006/main">
              <a:ext uri="{FF2B5EF4-FFF2-40B4-BE49-F238E27FC236}">
                <a16:creationId xmlns:a16="http://schemas.microsoft.com/office/drawing/2014/main" id="{128345DC-3EE6-4A79-AC62-01681A17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71" y="3477946"/>
            <a:ext cx="8257003" cy="5512"/>
          </a:xfrm>
          <a:custGeom xmlns:a="http://schemas.openxmlformats.org/drawingml/2006/main">
            <a:pathLst>
              <a:path w="8257003" h="5512">
                <a:moveTo>
                  <a:pt x="0" y="0"/>
                </a:moveTo>
                <a:lnTo>
                  <a:pt x="8257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75C85"/>
            </a:solidFill>
            <a:prstDash val="solid"/>
          </a:ln>
        </p:spPr>
      </p:sp>
      <p:sp>
        <p:nvSpPr>
          <p:cNvPr id="19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EFDD3DC5-6076-40BA-8A96-878711A3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484" y="3567460"/>
            <a:ext cx="2562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从 QueryDesc.planstate 遍历执行计划</a:t>
            </a:r>
          </a:p>
        </p:txBody>
      </p:sp>
      <p:sp>
        <p:nvSpPr>
          <p:cNvPr id="20" name="svg-021-text">
            <a:extLst xmlns:a="http://schemas.openxmlformats.org/drawingml/2006/main">
              <a:ext uri="{FF2B5EF4-FFF2-40B4-BE49-F238E27FC236}">
                <a16:creationId xmlns:a16="http://schemas.microsoft.com/office/drawing/2014/main" id="{D2D90DE1-C58F-4917-BDEC-28D0816C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931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Instrumentation</a:t>
            </a:r>
          </a:p>
        </p:txBody>
      </p:sp>
      <p:sp>
        <p:nvSpPr>
          <p:cNvPr id="21" name="svg-022-path">
            <a:extLst xmlns:a="http://schemas.openxmlformats.org/drawingml/2006/main">
              <a:ext uri="{FF2B5EF4-FFF2-40B4-BE49-F238E27FC236}">
                <a16:creationId xmlns:a16="http://schemas.microsoft.com/office/drawing/2014/main" id="{19DDC98E-3228-44A9-A9ED-8C0860C0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71" y="3957484"/>
            <a:ext cx="8257003" cy="5512"/>
          </a:xfrm>
          <a:custGeom xmlns:a="http://schemas.openxmlformats.org/drawingml/2006/main">
            <a:pathLst>
              <a:path w="8257003" h="5512">
                <a:moveTo>
                  <a:pt x="0" y="0"/>
                </a:moveTo>
                <a:lnTo>
                  <a:pt x="8257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758591"/>
            </a:solidFill>
            <a:prstDash val="solid"/>
          </a:ln>
        </p:spPr>
      </p:sp>
      <p:sp>
        <p:nvSpPr>
          <p:cNvPr id="22" name="svg-023-circle">
            <a:extLst xmlns:a="http://schemas.openxmlformats.org/drawingml/2006/main">
              <a:ext uri="{FF2B5EF4-FFF2-40B4-BE49-F238E27FC236}">
                <a16:creationId xmlns:a16="http://schemas.microsoft.com/office/drawing/2014/main" id="{EEDF7119-3C6A-417E-8D55-89E9B23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194" y="3909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vg-024-text">
            <a:extLst xmlns:a="http://schemas.openxmlformats.org/drawingml/2006/main">
              <a:ext uri="{FF2B5EF4-FFF2-40B4-BE49-F238E27FC236}">
                <a16:creationId xmlns:a16="http://schemas.microsoft.com/office/drawing/2014/main" id="{D5ED3709-36B0-4DAB-B18C-93998FD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484" y="4052509"/>
            <a:ext cx="2085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5737D"/>
                </a:solidFill>
                <a:latin typeface="Microsoft YaHei"/>
                <a:ea typeface="Microsoft YaHei"/>
                <a:cs typeface="Microsoft YaHei"/>
              </a:rPr>
              <a:t>记录返回行数、调用状态和 Loops</a:t>
            </a:r>
          </a:p>
        </p:txBody>
      </p:sp>
      <p:sp>
        <p:nvSpPr>
          <p:cNvPr id="24" name="svg-025-path">
            <a:extLst xmlns:a="http://schemas.openxmlformats.org/drawingml/2006/main">
              <a:ext uri="{FF2B5EF4-FFF2-40B4-BE49-F238E27FC236}">
                <a16:creationId xmlns:a16="http://schemas.microsoft.com/office/drawing/2014/main" id="{0E73AC96-8BE1-4BE1-9305-B9E79B41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819" y="3048015"/>
            <a:ext cx="9014" cy="854349"/>
          </a:xfrm>
          <a:custGeom xmlns:a="http://schemas.openxmlformats.org/drawingml/2006/main">
            <a:pathLst>
              <a:path w="9014" h="854349">
                <a:moveTo>
                  <a:pt x="0" y="0"/>
                </a:moveTo>
                <a:lnTo>
                  <a:pt x="0" y="85434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D7B74"/>
            </a:solidFill>
            <a:prstDash val="dash"/>
          </a:ln>
        </p:spPr>
      </p:sp>
      <p:sp>
        <p:nvSpPr>
          <p:cNvPr id="25" name="svg-026-text">
            <a:extLst xmlns:a="http://schemas.openxmlformats.org/drawingml/2006/main">
              <a:ext uri="{FF2B5EF4-FFF2-40B4-BE49-F238E27FC236}">
                <a16:creationId xmlns:a16="http://schemas.microsoft.com/office/drawing/2014/main" id="{0119FE09-384F-4066-ADD4-40C8EAD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306" y="4332956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先保存执行统计，再返回查询取消错误</a:t>
            </a:r>
          </a:p>
        </p:txBody>
      </p:sp>
    </p:spTree>
    <p:extLst>
      <p:ext uri="{BB962C8B-B14F-4D97-AF65-F5344CB8AC3E}">
        <p14:creationId xmlns:p14="http://schemas.microsoft.com/office/powerpoint/2010/main" val="1373707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2026-10-10T03:04:39.7890000Z</dcterms:created>
  <dcterms:modified xsi:type="dcterms:W3CDTF">2026-10-10T03:04:39.7890000Z</dcterms:modified>
</coreProperties>
</file>