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0d4de7d8e848fd" /><Relationship Type="http://schemas.openxmlformats.org/officeDocument/2006/relationships/extended-properties" Target="/docProps/app.xml" Id="R879decc523444110" /><Relationship Type="http://schemas.openxmlformats.org/officeDocument/2006/relationships/officeDocument" Target="/ppt/presentation.xml" Id="R52af802c847b42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1cad9240d34c5e"/>
  </p:sldMasterIdLst>
  <p:notesMasterIdLst>
    <p:notesMasterId xmlns:r="http://schemas.openxmlformats.org/officeDocument/2006/relationships" r:id="R6df0db0ea65a4bb4"/>
  </p:notesMasterIdLst>
  <p:sldIdLst>
    <p:sldId xmlns:r="http://schemas.openxmlformats.org/officeDocument/2006/relationships" id="256" r:id="R86c4e0f9c6af42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5a906f36944fe0" /><Relationship Type="http://schemas.openxmlformats.org/officeDocument/2006/relationships/slideMaster" Target="/ppt/slideMasters/slideMaster1.xml" Id="Rd31cad9240d34c5e" /><Relationship Type="http://schemas.openxmlformats.org/officeDocument/2006/relationships/notesMaster" Target="/ppt/notesMasters/notesMaster1.xml" Id="R6df0db0ea65a4bb4" /><Relationship Type="http://schemas.openxmlformats.org/officeDocument/2006/relationships/presProps" Target="/ppt/presProps.xml" Id="R40e72a532c5c4994" /><Relationship Type="http://schemas.openxmlformats.org/officeDocument/2006/relationships/tableStyles" Target="/ppt/tableStyles.xml" Id="Rbd6163d3afd94623" /><Relationship Type="http://schemas.openxmlformats.org/officeDocument/2006/relationships/slide" Target="/ppt/slides/slide1.xml" Id="R86c4e0f9c6af42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54548b07bf45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b565c7e5a74b78" /><Relationship Type="http://schemas.openxmlformats.org/officeDocument/2006/relationships/notesMaster" Target="/ppt/notesMasters/notesMaster1.xml" Id="R969d55a9c45244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c9dabe87f4b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23ef51dde4c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cbfa59ac44d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f4d8a86224b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9b6aed05a4c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d6ffd962741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185598-0DB4-4A26-A56C-753EDA5847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FCAA90-6AF0-40E3-AE9B-E722F4847F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8BE721-0A61-4F0D-8207-3BA1C199A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32CC87-2B14-45C4-AD3F-E4D0147F1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35B908-FA18-4FE3-957E-4DF0265E3C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A675BA-D903-444F-839F-C83B34F9A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CA8098-E90A-497C-9F1A-2196A152BD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FBC434-145A-47EB-91CC-E22D5B3611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1E5F17-48B8-4AA4-B735-ADE90270A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B0C907-F377-47D9-89D3-75B3F93BD3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7f073b4b9a4317" /><Relationship Type="http://schemas.openxmlformats.org/officeDocument/2006/relationships/slideLayout" Target="/ppt/slideLayouts/slideLayout1.xml" Id="Re1758ed12c494dd7" /><Relationship Type="http://schemas.openxmlformats.org/officeDocument/2006/relationships/slideLayout" Target="/ppt/slideLayouts/slideLayout2.xml" Id="R93a9979808374657" /><Relationship Type="http://schemas.openxmlformats.org/officeDocument/2006/relationships/slideLayout" Target="/ppt/slideLayouts/slideLayout3.xml" Id="R6975000eeed14f3a" /><Relationship Type="http://schemas.openxmlformats.org/officeDocument/2006/relationships/slideLayout" Target="/ppt/slideLayouts/slideLayout4.xml" Id="R9177860dbe8948d1" /><Relationship Type="http://schemas.openxmlformats.org/officeDocument/2006/relationships/slideLayout" Target="/ppt/slideLayouts/slideLayout5.xml" Id="Rf25240d4587749af" /><Relationship Type="http://schemas.openxmlformats.org/officeDocument/2006/relationships/slideLayout" Target="/ppt/slideLayouts/slideLayout6.xml" Id="R2b3a5210a1754f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758ed12c494dd7"/>
    <p:sldLayoutId xmlns:r="http://schemas.openxmlformats.org/officeDocument/2006/relationships" id="2147483650" r:id="R93a9979808374657"/>
    <p:sldLayoutId xmlns:r="http://schemas.openxmlformats.org/officeDocument/2006/relationships" id="2147483651" r:id="R6975000eeed14f3a"/>
    <p:sldLayoutId xmlns:r="http://schemas.openxmlformats.org/officeDocument/2006/relationships" id="2147483652" r:id="R9177860dbe8948d1"/>
    <p:sldLayoutId xmlns:r="http://schemas.openxmlformats.org/officeDocument/2006/relationships" id="2147483653" r:id="Rf25240d4587749af"/>
    <p:sldLayoutId xmlns:r="http://schemas.openxmlformats.org/officeDocument/2006/relationships" id="2147483654" r:id="R2b3a5210a1754f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de51d782f451d" /><Relationship Type="http://schemas.openxmlformats.org/officeDocument/2006/relationships/notesSlide" Target="/ppt/notesSlides/notesSlide1.xml" Id="Ra370098b04e442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diagram-0">
            <a:extLst xmlns:a="http://schemas.openxmlformats.org/drawingml/2006/main">
              <a:ext uri="{FF2B5EF4-FFF2-40B4-BE49-F238E27FC236}">
                <a16:creationId xmlns:a16="http://schemas.microsoft.com/office/drawing/2014/main" id="{0D935897-0A18-4CBC-BD04-1D181B1C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diagram-1">
            <a:extLst xmlns:a="http://schemas.openxmlformats.org/drawingml/2006/main">
              <a:ext uri="{FF2B5EF4-FFF2-40B4-BE49-F238E27FC236}">
                <a16:creationId xmlns:a16="http://schemas.microsoft.com/office/drawing/2014/main" id="{8983CF08-B8BF-4F43-A877-B50BE293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394204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1  执行前保存指针</a:t>
            </a:r>
          </a:p>
        </p:txBody>
      </p:sp>
      <p:sp>
        <p:nvSpPr>
          <p:cNvPr id="3" name="diagram-2">
            <a:extLst xmlns:a="http://schemas.openxmlformats.org/drawingml/2006/main">
              <a:ext uri="{FF2B5EF4-FFF2-40B4-BE49-F238E27FC236}">
                <a16:creationId xmlns:a16="http://schemas.microsoft.com/office/drawing/2014/main" id="{D4C64015-24E2-4064-86A7-24B11B31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00350"/>
            <a:ext cx="1962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4" name="diagram-3">
            <a:extLst xmlns:a="http://schemas.openxmlformats.org/drawingml/2006/main">
              <a:ext uri="{FF2B5EF4-FFF2-40B4-BE49-F238E27FC236}">
                <a16:creationId xmlns:a16="http://schemas.microsoft.com/office/drawing/2014/main" id="{04DCF854-D6AF-4EBE-9421-3C353E88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77464"/>
            <a:ext cx="304609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>
                <a:solidFill>
                  <a:srgbClr val="2D5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2D5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2D5F83"/>
                </a:solidFill>
                <a:latin typeface="Microsoft YaHei"/>
                <a:ea typeface="Microsoft YaHei"/>
                <a:cs typeface="Microsoft YaHei"/>
              </a:rPr>
              <a:t>QueryDesc.planstate</a:t>
            </a:r>
          </a:p>
        </p:txBody>
      </p:sp>
      <p:sp>
        <p:nvSpPr>
          <p:cNvPr id="5" name="diagram-4">
            <a:extLst xmlns:a="http://schemas.openxmlformats.org/drawingml/2006/main">
              <a:ext uri="{FF2B5EF4-FFF2-40B4-BE49-F238E27FC236}">
                <a16:creationId xmlns:a16="http://schemas.microsoft.com/office/drawing/2014/main" id="{7C07ED59-959C-4787-BBF7-40115F6A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09913"/>
            <a:ext cx="1423988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8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顶层算子的执行状态对象</a:t>
            </a:r>
          </a:p>
        </p:txBody>
      </p:sp>
      <p:sp>
        <p:nvSpPr>
          <p:cNvPr id="6" name="diagram-5">
            <a:extLst xmlns:a="http://schemas.openxmlformats.org/drawingml/2006/main">
              <a:ext uri="{FF2B5EF4-FFF2-40B4-BE49-F238E27FC236}">
                <a16:creationId xmlns:a16="http://schemas.microsoft.com/office/drawing/2014/main" id="{953EEC84-C800-40E1-B323-AC8FAABB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76600"/>
            <a:ext cx="4763" cy="314325"/>
          </a:xfrm>
          <a:custGeom xmlns:a="http://schemas.openxmlformats.org/drawingml/2006/main">
            <a:pathLst>
              <a:path w="4763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9979F"/>
            </a:solidFill>
          </a:ln>
        </p:spPr>
      </p:sp>
      <p:sp>
        <p:nvSpPr>
          <p:cNvPr id="7" name="arrowhead">
            <a:extLst xmlns:a="http://schemas.openxmlformats.org/drawingml/2006/main">
              <a:ext uri="{FF2B5EF4-FFF2-40B4-BE49-F238E27FC236}">
                <a16:creationId xmlns:a16="http://schemas.microsoft.com/office/drawing/2014/main" id="{514091B3-228F-4B5A-ABB1-7FD7465A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8" y="3524250"/>
            <a:ext cx="66675" cy="66675"/>
          </a:xfrm>
          <a:custGeom xmlns:a="http://schemas.openxmlformats.org/drawingml/2006/main"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8C96"/>
          </a:solidFill>
          <a:ln xmlns:a="http://schemas.openxmlformats.org/drawingml/2006/main" w="0">
            <a:noFill/>
          </a:ln>
        </p:spPr>
      </p:sp>
      <p:sp>
        <p:nvSpPr>
          <p:cNvPr id="8" name="diagram-6">
            <a:extLst xmlns:a="http://schemas.openxmlformats.org/drawingml/2006/main">
              <a:ext uri="{FF2B5EF4-FFF2-40B4-BE49-F238E27FC236}">
                <a16:creationId xmlns:a16="http://schemas.microsoft.com/office/drawing/2014/main" id="{5E413C3F-6928-4C8E-A1D4-CDBB42A0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9" name="diagram-7">
            <a:extLst xmlns:a="http://schemas.openxmlformats.org/drawingml/2006/main">
              <a:ext uri="{FF2B5EF4-FFF2-40B4-BE49-F238E27FC236}">
                <a16:creationId xmlns:a16="http://schemas.microsoft.com/office/drawing/2014/main" id="{26998466-EE86-4DFA-B846-B1C77B71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03625"/>
            <a:ext cx="216789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PlanState 指针数组</a:t>
            </a:r>
          </a:p>
        </p:txBody>
      </p:sp>
      <p:sp>
        <p:nvSpPr>
          <p:cNvPr id="10" name="diagram-8">
            <a:extLst xmlns:a="http://schemas.openxmlformats.org/drawingml/2006/main">
              <a:ext uri="{FF2B5EF4-FFF2-40B4-BE49-F238E27FC236}">
                <a16:creationId xmlns:a16="http://schemas.microsoft.com/office/drawing/2014/main" id="{A7590A53-77D0-4C2E-89E3-1948D1A6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21176"/>
            <a:ext cx="126301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遍历执行计划状态树</a:t>
            </a:r>
          </a:p>
        </p:txBody>
      </p:sp>
      <p:sp>
        <p:nvSpPr>
          <p:cNvPr id="11" name="diagram-9">
            <a:extLst xmlns:a="http://schemas.openxmlformats.org/drawingml/2006/main">
              <a:ext uri="{FF2B5EF4-FFF2-40B4-BE49-F238E27FC236}">
                <a16:creationId xmlns:a16="http://schemas.microsoft.com/office/drawing/2014/main" id="{23CA94B1-ABDF-48D7-BF10-A26861D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16934"/>
            <a:ext cx="230886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0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逐个取出 PlanState *ps</a:t>
            </a:r>
          </a:p>
        </p:txBody>
      </p:sp>
      <p:sp>
        <p:nvSpPr>
          <p:cNvPr id="12" name="diagram-10">
            <a:extLst xmlns:a="http://schemas.openxmlformats.org/drawingml/2006/main">
              <a:ext uri="{FF2B5EF4-FFF2-40B4-BE49-F238E27FC236}">
                <a16:creationId xmlns:a16="http://schemas.microsoft.com/office/drawing/2014/main" id="{6BAC0AE3-A5AA-4D5A-8845-EF3B2775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424477"/>
            <a:ext cx="206883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rPr>
              <a:t>在 ExecutorRun 入口保存</a:t>
            </a:r>
          </a:p>
        </p:txBody>
      </p:sp>
      <p:sp>
        <p:nvSpPr>
          <p:cNvPr id="13" name="diagram-11">
            <a:extLst xmlns:a="http://schemas.openxmlformats.org/drawingml/2006/main">
              <a:ext uri="{FF2B5EF4-FFF2-40B4-BE49-F238E27FC236}">
                <a16:creationId xmlns:a16="http://schemas.microsoft.com/office/drawing/2014/main" id="{4DCD7FD7-A75A-4FE5-BA79-E828A31B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28950"/>
            <a:ext cx="314325" cy="942975"/>
          </a:xfrm>
          <a:custGeom xmlns:a="http://schemas.openxmlformats.org/drawingml/2006/main">
            <a:pathLst>
              <a:path w="314325" h="942975">
                <a:moveTo>
                  <a:pt x="0" y="942975"/>
                </a:moveTo>
                <a:lnTo>
                  <a:pt x="171450" y="942975"/>
                </a:lnTo>
                <a:lnTo>
                  <a:pt x="171450" y="0"/>
                </a:ln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9979F"/>
            </a:solidFill>
          </a:ln>
        </p:spPr>
      </p:sp>
      <p:sp>
        <p:nvSpPr>
          <p:cNvPr id="14" name="arrowhead">
            <a:extLst xmlns:a="http://schemas.openxmlformats.org/drawingml/2006/main">
              <a:ext uri="{FF2B5EF4-FFF2-40B4-BE49-F238E27FC236}">
                <a16:creationId xmlns:a16="http://schemas.microsoft.com/office/drawing/2014/main" id="{8DE0F921-BE48-4443-831C-4862F52C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95613"/>
            <a:ext cx="66675" cy="66675"/>
          </a:xfrm>
          <a:custGeom xmlns:a="http://schemas.openxmlformats.org/drawingml/2006/main"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7C8C96"/>
          </a:solidFill>
          <a:ln xmlns:a="http://schemas.openxmlformats.org/drawingml/2006/main" w="0">
            <a:noFill/>
          </a:ln>
        </p:spPr>
      </p:sp>
      <p:sp>
        <p:nvSpPr>
          <p:cNvPr id="15" name="diagram-12">
            <a:extLst xmlns:a="http://schemas.openxmlformats.org/drawingml/2006/main">
              <a:ext uri="{FF2B5EF4-FFF2-40B4-BE49-F238E27FC236}">
                <a16:creationId xmlns:a16="http://schemas.microsoft.com/office/drawing/2014/main" id="{93761C60-614E-4D82-B071-E1EFF7AB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00475"/>
            <a:ext cx="142875" cy="171450"/>
          </a:xfrm>
          <a:custGeom xmlns:a="http://schemas.openxmlformats.org/drawingml/2006/main">
            <a:pathLst>
              <a:path w="142875" h="171450">
                <a:moveTo>
                  <a:pt x="0" y="171450"/>
                </a:moveTo>
                <a:lnTo>
                  <a:pt x="0" y="0"/>
                </a:ln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9979F"/>
            </a:solidFill>
          </a:ln>
        </p:spPr>
      </p:sp>
      <p:sp>
        <p:nvSpPr>
          <p:cNvPr id="16" name="arrowhead">
            <a:extLst xmlns:a="http://schemas.openxmlformats.org/drawingml/2006/main">
              <a:ext uri="{FF2B5EF4-FFF2-40B4-BE49-F238E27FC236}">
                <a16:creationId xmlns:a16="http://schemas.microsoft.com/office/drawing/2014/main" id="{D5DAA380-C283-402C-B2AA-E65E6121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67138"/>
            <a:ext cx="66675" cy="66675"/>
          </a:xfrm>
          <a:custGeom xmlns:a="http://schemas.openxmlformats.org/drawingml/2006/main"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7C8C96"/>
          </a:solidFill>
          <a:ln xmlns:a="http://schemas.openxmlformats.org/drawingml/2006/main" w="0">
            <a:noFill/>
          </a:ln>
        </p:spPr>
      </p:sp>
      <p:sp>
        <p:nvSpPr>
          <p:cNvPr id="17" name="diagram-13">
            <a:extLst xmlns:a="http://schemas.openxmlformats.org/drawingml/2006/main">
              <a:ext uri="{FF2B5EF4-FFF2-40B4-BE49-F238E27FC236}">
                <a16:creationId xmlns:a16="http://schemas.microsoft.com/office/drawing/2014/main" id="{BAB7CE78-37C9-44D7-8A18-C983BFE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94204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2  读取计划与执行统计</a:t>
            </a:r>
          </a:p>
        </p:txBody>
      </p:sp>
      <p:sp>
        <p:nvSpPr>
          <p:cNvPr id="18" name="diagram-14">
            <a:extLst xmlns:a="http://schemas.openxmlformats.org/drawingml/2006/main">
              <a:ext uri="{FF2B5EF4-FFF2-40B4-BE49-F238E27FC236}">
                <a16:creationId xmlns:a16="http://schemas.microsoft.com/office/drawing/2014/main" id="{78E75706-AE4C-4CA7-8BA3-E4F79C8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0350"/>
            <a:ext cx="3314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19" name="diagram-15">
            <a:extLst xmlns:a="http://schemas.openxmlformats.org/drawingml/2006/main">
              <a:ext uri="{FF2B5EF4-FFF2-40B4-BE49-F238E27FC236}">
                <a16:creationId xmlns:a16="http://schemas.microsoft.com/office/drawing/2014/main" id="{6C871E34-1D1A-410C-BF25-C47CF85E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7464"/>
            <a:ext cx="227457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>
                <a:solidFill>
                  <a:srgbClr val="2D5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2D5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2D5F83"/>
                </a:solidFill>
                <a:latin typeface="Microsoft YaHei"/>
                <a:ea typeface="Microsoft YaHei"/>
                <a:cs typeface="Microsoft YaHei"/>
              </a:rPr>
              <a:t>Plan（ps-&gt;plan）</a:t>
            </a:r>
          </a:p>
        </p:txBody>
      </p:sp>
      <p:sp>
        <p:nvSpPr>
          <p:cNvPr id="20" name="diagram-16">
            <a:extLst xmlns:a="http://schemas.openxmlformats.org/drawingml/2006/main">
              <a:ext uri="{FF2B5EF4-FFF2-40B4-BE49-F238E27FC236}">
                <a16:creationId xmlns:a16="http://schemas.microsoft.com/office/drawing/2014/main" id="{778D95CD-7B8B-4C1E-A8D9-4BCCF5CC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02902"/>
            <a:ext cx="404145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8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ID = plan_node_id，E = plan_rows</a:t>
            </a:r>
          </a:p>
        </p:txBody>
      </p:sp>
      <p:sp>
        <p:nvSpPr>
          <p:cNvPr id="21" name="diagram-17">
            <a:extLst xmlns:a="http://schemas.openxmlformats.org/drawingml/2006/main">
              <a:ext uri="{FF2B5EF4-FFF2-40B4-BE49-F238E27FC236}">
                <a16:creationId xmlns:a16="http://schemas.microsoft.com/office/drawing/2014/main" id="{052EC833-91D6-444A-8269-A40376B8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71850"/>
            <a:ext cx="3314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8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22" name="diagram-18">
            <a:extLst xmlns:a="http://schemas.openxmlformats.org/drawingml/2006/main">
              <a:ext uri="{FF2B5EF4-FFF2-40B4-BE49-F238E27FC236}">
                <a16:creationId xmlns:a16="http://schemas.microsoft.com/office/drawing/2014/main" id="{91D31C45-AE33-4547-B5C5-F926EE28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51708"/>
            <a:ext cx="561213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0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0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Instrumentation（instr = ps-&gt;instrument）</a:t>
            </a:r>
          </a:p>
        </p:txBody>
      </p:sp>
      <p:sp>
        <p:nvSpPr>
          <p:cNvPr id="23" name="diagram-19">
            <a:extLst xmlns:a="http://schemas.openxmlformats.org/drawingml/2006/main">
              <a:ext uri="{FF2B5EF4-FFF2-40B4-BE49-F238E27FC236}">
                <a16:creationId xmlns:a16="http://schemas.microsoft.com/office/drawing/2014/main" id="{CC87AA0B-2109-4635-8478-FD6B723C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73526"/>
            <a:ext cx="521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A = instr-&gt;ntuples，Loops = instr-&gt;nloops</a:t>
            </a:r>
          </a:p>
        </p:txBody>
      </p:sp>
      <p:sp>
        <p:nvSpPr>
          <p:cNvPr id="24" name="diagram-20">
            <a:extLst xmlns:a="http://schemas.openxmlformats.org/drawingml/2006/main">
              <a:ext uri="{FF2B5EF4-FFF2-40B4-BE49-F238E27FC236}">
                <a16:creationId xmlns:a16="http://schemas.microsoft.com/office/drawing/2014/main" id="{FAEBA950-1E2E-493E-9B7F-EDC6958A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73551"/>
            <a:ext cx="394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sec = instr-&gt;starttime_seconds</a:t>
            </a:r>
          </a:p>
        </p:txBody>
      </p:sp>
      <p:sp>
        <p:nvSpPr>
          <p:cNvPr id="25" name="diagram-21">
            <a:extLst xmlns:a="http://schemas.openxmlformats.org/drawingml/2006/main">
              <a:ext uri="{FF2B5EF4-FFF2-40B4-BE49-F238E27FC236}">
                <a16:creationId xmlns:a16="http://schemas.microsoft.com/office/drawing/2014/main" id="{9A6968D4-2E14-4541-B701-9E3B8183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73576"/>
            <a:ext cx="4709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usec = instr-&gt;starttime_microseconds</a:t>
            </a:r>
          </a:p>
        </p:txBody>
      </p:sp>
      <p:sp>
        <p:nvSpPr>
          <p:cNvPr id="26" name="diagram-22">
            <a:extLst xmlns:a="http://schemas.openxmlformats.org/drawingml/2006/main">
              <a:ext uri="{FF2B5EF4-FFF2-40B4-BE49-F238E27FC236}">
                <a16:creationId xmlns:a16="http://schemas.microsoft.com/office/drawing/2014/main" id="{0531FDA8-B335-41FC-B648-A2947924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24477"/>
            <a:ext cx="413194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rPr>
              <a:t>instr 的适配类型：ExtoptInstrumentationView</a:t>
            </a:r>
          </a:p>
        </p:txBody>
      </p:sp>
      <p:sp>
        <p:nvSpPr>
          <p:cNvPr id="27" name="diagram-23">
            <a:extLst xmlns:a="http://schemas.openxmlformats.org/drawingml/2006/main">
              <a:ext uri="{FF2B5EF4-FFF2-40B4-BE49-F238E27FC236}">
                <a16:creationId xmlns:a16="http://schemas.microsoft.com/office/drawing/2014/main" id="{76638C0B-9782-42B0-87FB-0AADD742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352425" cy="4763"/>
          </a:xfrm>
          <a:custGeom xmlns:a="http://schemas.openxmlformats.org/drawingml/2006/main">
            <a:pathLst>
              <a:path w="352425" h="476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9979F"/>
            </a:solidFill>
          </a:ln>
        </p:spPr>
      </p:sp>
      <p:sp>
        <p:nvSpPr>
          <p:cNvPr id="28" name="arrowhead">
            <a:extLst xmlns:a="http://schemas.openxmlformats.org/drawingml/2006/main">
              <a:ext uri="{FF2B5EF4-FFF2-40B4-BE49-F238E27FC236}">
                <a16:creationId xmlns:a16="http://schemas.microsoft.com/office/drawing/2014/main" id="{3ADD9387-03A9-4934-9925-5C8A2388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5613"/>
            <a:ext cx="66675" cy="66675"/>
          </a:xfrm>
          <a:custGeom xmlns:a="http://schemas.openxmlformats.org/drawingml/2006/main"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7C8C96"/>
          </a:solidFill>
          <a:ln xmlns:a="http://schemas.openxmlformats.org/drawingml/2006/main" w="0">
            <a:noFill/>
          </a:ln>
        </p:spPr>
      </p:sp>
      <p:sp>
        <p:nvSpPr>
          <p:cNvPr id="29" name="diagram-24">
            <a:extLst xmlns:a="http://schemas.openxmlformats.org/drawingml/2006/main">
              <a:ext uri="{FF2B5EF4-FFF2-40B4-BE49-F238E27FC236}">
                <a16:creationId xmlns:a16="http://schemas.microsoft.com/office/drawing/2014/main" id="{D4FA628B-7271-4DE2-B96B-4F870561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71925"/>
            <a:ext cx="352425" cy="4763"/>
          </a:xfrm>
          <a:custGeom xmlns:a="http://schemas.openxmlformats.org/drawingml/2006/main">
            <a:pathLst>
              <a:path w="352425" h="476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746D"/>
            </a:solidFill>
          </a:ln>
        </p:spPr>
      </p:sp>
      <p:sp>
        <p:nvSpPr>
          <p:cNvPr id="30" name="arrowhead">
            <a:extLst xmlns:a="http://schemas.openxmlformats.org/drawingml/2006/main">
              <a:ext uri="{FF2B5EF4-FFF2-40B4-BE49-F238E27FC236}">
                <a16:creationId xmlns:a16="http://schemas.microsoft.com/office/drawing/2014/main" id="{1F003DBF-EC04-4A5B-A343-CDFA41AA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38588"/>
            <a:ext cx="66675" cy="66675"/>
          </a:xfrm>
          <a:custGeom xmlns:a="http://schemas.openxmlformats.org/drawingml/2006/main"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</a:ln>
        </p:spPr>
      </p:sp>
      <p:sp>
        <p:nvSpPr>
          <p:cNvPr id="31" name="diagram-25">
            <a:extLst xmlns:a="http://schemas.openxmlformats.org/drawingml/2006/main">
              <a:ext uri="{FF2B5EF4-FFF2-40B4-BE49-F238E27FC236}">
                <a16:creationId xmlns:a16="http://schemas.microsoft.com/office/drawing/2014/main" id="{F494D9E4-30D6-460C-9ABC-C506523E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4204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3  判断调用状态与本地 EOF</a:t>
            </a:r>
          </a:p>
        </p:txBody>
      </p:sp>
      <p:sp>
        <p:nvSpPr>
          <p:cNvPr id="32" name="diagram-26">
            <a:extLst xmlns:a="http://schemas.openxmlformats.org/drawingml/2006/main">
              <a:ext uri="{FF2B5EF4-FFF2-40B4-BE49-F238E27FC236}">
                <a16:creationId xmlns:a16="http://schemas.microsoft.com/office/drawing/2014/main" id="{4A91353A-75E0-49AE-AF17-2665F3F2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952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EC7"/>
            </a:solidFill>
          </a:ln>
        </p:spPr>
      </p:sp>
      <p:sp>
        <p:nvSpPr>
          <p:cNvPr id="33" name="diagram-27">
            <a:extLst xmlns:a="http://schemas.openxmlformats.org/drawingml/2006/main">
              <a:ext uri="{FF2B5EF4-FFF2-40B4-BE49-F238E27FC236}">
                <a16:creationId xmlns:a16="http://schemas.microsoft.com/office/drawing/2014/main" id="{4098B9D7-8EAF-4969-B855-DE7F2D1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84475"/>
            <a:ext cx="348805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ExtoptExecutionEvidence</a:t>
            </a:r>
          </a:p>
        </p:txBody>
      </p:sp>
      <p:sp>
        <p:nvSpPr>
          <p:cNvPr id="34" name="diagram-28">
            <a:extLst xmlns:a="http://schemas.openxmlformats.org/drawingml/2006/main">
              <a:ext uri="{FF2B5EF4-FFF2-40B4-BE49-F238E27FC236}">
                <a16:creationId xmlns:a16="http://schemas.microsoft.com/office/drawing/2014/main" id="{7D01480A-54E1-4EC9-9978-540ECFDA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1403"/>
            <a:ext cx="37604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active=false：当前没有 get_next 调用</a:t>
            </a:r>
          </a:p>
        </p:txBody>
      </p:sp>
      <p:sp>
        <p:nvSpPr>
          <p:cNvPr id="35" name="diagram-29">
            <a:extLst xmlns:a="http://schemas.openxmlformats.org/drawingml/2006/main">
              <a:ext uri="{FF2B5EF4-FFF2-40B4-BE49-F238E27FC236}">
                <a16:creationId xmlns:a16="http://schemas.microsoft.com/office/drawing/2014/main" id="{822A786E-37A0-46F1-B381-9F1E1E6A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49676"/>
            <a:ext cx="41986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active = (sec != 0 || usec != 0)</a:t>
            </a:r>
          </a:p>
        </p:txBody>
      </p:sp>
      <p:sp>
        <p:nvSpPr>
          <p:cNvPr id="36" name="diagram-30">
            <a:extLst xmlns:a="http://schemas.openxmlformats.org/drawingml/2006/main">
              <a:ext uri="{FF2B5EF4-FFF2-40B4-BE49-F238E27FC236}">
                <a16:creationId xmlns:a16="http://schemas.microsoft.com/office/drawing/2014/main" id="{01D478D3-313B-4A3D-B47A-B0539B28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5025"/>
            <a:ext cx="307181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2874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287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8746D"/>
                </a:solidFill>
                <a:latin typeface="Microsoft YaHei"/>
                <a:ea typeface="Microsoft YaHei"/>
                <a:cs typeface="Microsoft YaHei"/>
              </a:rPr>
              <a:t>terminal=true：本地已读到 EOF</a:t>
            </a:r>
          </a:p>
        </p:txBody>
      </p:sp>
      <p:sp>
        <p:nvSpPr>
          <p:cNvPr id="37" name="diagram-31">
            <a:extLst xmlns:a="http://schemas.openxmlformats.org/drawingml/2006/main">
              <a:ext uri="{FF2B5EF4-FFF2-40B4-BE49-F238E27FC236}">
                <a16:creationId xmlns:a16="http://schemas.microsoft.com/office/drawing/2014/main" id="{2BD61AAC-F1C2-4114-B485-34036A39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38956"/>
            <a:ext cx="531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terminal = (instr-&gt;status != 0 &amp;&amp; !active)</a:t>
            </a:r>
          </a:p>
        </p:txBody>
      </p:sp>
      <p:sp>
        <p:nvSpPr>
          <p:cNvPr id="38" name="diagram-32">
            <a:extLst xmlns:a="http://schemas.openxmlformats.org/drawingml/2006/main">
              <a:ext uri="{FF2B5EF4-FFF2-40B4-BE49-F238E27FC236}">
                <a16:creationId xmlns:a16="http://schemas.microsoft.com/office/drawing/2014/main" id="{95537CDD-265E-47A0-8BEA-2E229591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0038"/>
            <a:ext cx="3090863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8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即：已读到 EOF，且没有 get_next 调用</a:t>
            </a:r>
          </a:p>
        </p:txBody>
      </p:sp>
      <p:sp>
        <p:nvSpPr>
          <p:cNvPr id="39" name="diagram-33">
            <a:extLst xmlns:a="http://schemas.openxmlformats.org/drawingml/2006/main">
              <a:ext uri="{FF2B5EF4-FFF2-40B4-BE49-F238E27FC236}">
                <a16:creationId xmlns:a16="http://schemas.microsoft.com/office/drawing/2014/main" id="{1BE9B928-06AC-4094-A93E-4F1CE1B4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24477"/>
            <a:ext cx="1743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rPr>
              <a:t>父算子后续仍可能再次调用该算子</a:t>
            </a:r>
          </a:p>
        </p:txBody>
      </p:sp>
      <p:sp>
        <p:nvSpPr>
          <p:cNvPr id="40" name="diagram-34">
            <a:extLst xmlns:a="http://schemas.openxmlformats.org/drawingml/2006/main">
              <a:ext uri="{FF2B5EF4-FFF2-40B4-BE49-F238E27FC236}">
                <a16:creationId xmlns:a16="http://schemas.microsoft.com/office/drawing/2014/main" id="{BEF60309-0FAA-4B40-83CE-122B62F0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28950"/>
            <a:ext cx="333375" cy="4763"/>
          </a:xfrm>
          <a:custGeom xmlns:a="http://schemas.openxmlformats.org/drawingml/2006/main">
            <a:pathLst>
              <a:path w="333375" h="476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9979F"/>
            </a:solidFill>
          </a:ln>
        </p:spPr>
      </p:sp>
      <p:sp>
        <p:nvSpPr>
          <p:cNvPr id="41" name="arrowhead">
            <a:extLst xmlns:a="http://schemas.openxmlformats.org/drawingml/2006/main">
              <a:ext uri="{FF2B5EF4-FFF2-40B4-BE49-F238E27FC236}">
                <a16:creationId xmlns:a16="http://schemas.microsoft.com/office/drawing/2014/main" id="{F120DFDC-B8F8-46FA-BC5A-51ED0CCE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95613"/>
            <a:ext cx="66675" cy="66675"/>
          </a:xfrm>
          <a:custGeom xmlns:a="http://schemas.openxmlformats.org/drawingml/2006/main"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7C8C96"/>
          </a:solidFill>
          <a:ln xmlns:a="http://schemas.openxmlformats.org/drawingml/2006/main" w="0">
            <a:noFill/>
          </a:ln>
        </p:spPr>
      </p:sp>
      <p:sp>
        <p:nvSpPr>
          <p:cNvPr id="42" name="diagram-35">
            <a:extLst xmlns:a="http://schemas.openxmlformats.org/drawingml/2006/main">
              <a:ext uri="{FF2B5EF4-FFF2-40B4-BE49-F238E27FC236}">
                <a16:creationId xmlns:a16="http://schemas.microsoft.com/office/drawing/2014/main" id="{05E17753-62FB-4F33-92E6-45C8555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43275"/>
            <a:ext cx="333375" cy="628650"/>
          </a:xfrm>
          <a:custGeom xmlns:a="http://schemas.openxmlformats.org/drawingml/2006/main">
            <a:pathLst>
              <a:path w="333375" h="628650">
                <a:moveTo>
                  <a:pt x="0" y="628650"/>
                </a:moveTo>
                <a:lnTo>
                  <a:pt x="180975" y="628650"/>
                </a:lnTo>
                <a:lnTo>
                  <a:pt x="180975" y="0"/>
                </a:ln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746D"/>
            </a:solidFill>
          </a:ln>
        </p:spPr>
      </p:sp>
      <p:sp>
        <p:nvSpPr>
          <p:cNvPr id="43" name="arrowhead">
            <a:extLst xmlns:a="http://schemas.openxmlformats.org/drawingml/2006/main">
              <a:ext uri="{FF2B5EF4-FFF2-40B4-BE49-F238E27FC236}">
                <a16:creationId xmlns:a16="http://schemas.microsoft.com/office/drawing/2014/main" id="{049C291B-618A-4B33-A996-CF989A31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09938"/>
            <a:ext cx="66675" cy="66675"/>
          </a:xfrm>
          <a:custGeom xmlns:a="http://schemas.openxmlformats.org/drawingml/2006/main"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</a:ln>
        </p:spPr>
      </p:sp>
      <p:sp>
        <p:nvSpPr>
          <p:cNvPr id="44" name="diagram-36">
            <a:extLst xmlns:a="http://schemas.openxmlformats.org/drawingml/2006/main">
              <a:ext uri="{FF2B5EF4-FFF2-40B4-BE49-F238E27FC236}">
                <a16:creationId xmlns:a16="http://schemas.microsoft.com/office/drawing/2014/main" id="{8E66AA41-0129-46A2-A923-813CE564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94204"/>
            <a:ext cx="2219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4  返回统计并补全计划树</a:t>
            </a:r>
          </a:p>
        </p:txBody>
      </p:sp>
      <p:sp>
        <p:nvSpPr>
          <p:cNvPr id="45" name="diagram-37">
            <a:extLst xmlns:a="http://schemas.openxmlformats.org/drawingml/2006/main">
              <a:ext uri="{FF2B5EF4-FFF2-40B4-BE49-F238E27FC236}">
                <a16:creationId xmlns:a16="http://schemas.microsoft.com/office/drawing/2014/main" id="{D0875CFC-E320-4605-AB7D-970C5FDA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00350"/>
            <a:ext cx="2419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8"/>
          </a:solidFill>
          <a:ln xmlns:a="http://schemas.openxmlformats.org/drawingml/2006/main" w="9525">
            <a:solidFill>
              <a:srgbClr val="AEBEC7"/>
            </a:solidFill>
          </a:ln>
        </p:spPr>
      </p:sp>
      <p:sp>
        <p:nvSpPr>
          <p:cNvPr id="46" name="diagram-38">
            <a:extLst xmlns:a="http://schemas.openxmlformats.org/drawingml/2006/main">
              <a:ext uri="{FF2B5EF4-FFF2-40B4-BE49-F238E27FC236}">
                <a16:creationId xmlns:a16="http://schemas.microsoft.com/office/drawing/2014/main" id="{2E7A97A4-FB67-449C-BA66-6E1D84F3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5826"/>
            <a:ext cx="171735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8" b="1">
                <a:solidFill>
                  <a:srgbClr val="2874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8" b="1">
                <a:solidFill>
                  <a:srgbClr val="287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28746D"/>
                </a:solidFill>
                <a:latin typeface="Microsoft YaHei"/>
                <a:ea typeface="Microsoft YaHei"/>
                <a:cs typeface="Microsoft YaHei"/>
              </a:rPr>
              <a:t>服务端返回本轮执行信息</a:t>
            </a:r>
          </a:p>
        </p:txBody>
      </p:sp>
      <p:sp>
        <p:nvSpPr>
          <p:cNvPr id="47" name="diagram-39">
            <a:extLst xmlns:a="http://schemas.openxmlformats.org/drawingml/2006/main">
              <a:ext uri="{FF2B5EF4-FFF2-40B4-BE49-F238E27FC236}">
                <a16:creationId xmlns:a16="http://schemas.microsoft.com/office/drawing/2014/main" id="{C451BB76-9A5D-4411-982F-3ABE9B2C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76956"/>
            <a:ext cx="12287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实际执行的计划文本</a:t>
            </a:r>
          </a:p>
        </p:txBody>
      </p:sp>
      <p:sp>
        <p:nvSpPr>
          <p:cNvPr id="48" name="diagram-40">
            <a:extLst xmlns:a="http://schemas.openxmlformats.org/drawingml/2006/main">
              <a:ext uri="{FF2B5EF4-FFF2-40B4-BE49-F238E27FC236}">
                <a16:creationId xmlns:a16="http://schemas.microsoft.com/office/drawing/2014/main" id="{303A4F1E-7720-4091-98D2-2E379BDE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61436"/>
            <a:ext cx="2305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节点 ID、A、Loops 与执行状态</a:t>
            </a:r>
          </a:p>
        </p:txBody>
      </p:sp>
      <p:sp>
        <p:nvSpPr>
          <p:cNvPr id="49" name="diagram-41">
            <a:extLst xmlns:a="http://schemas.openxmlformats.org/drawingml/2006/main">
              <a:ext uri="{FF2B5EF4-FFF2-40B4-BE49-F238E27FC236}">
                <a16:creationId xmlns:a16="http://schemas.microsoft.com/office/drawing/2014/main" id="{5682FD9A-3644-4831-9F27-5A9B79EA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419475"/>
            <a:ext cx="4763" cy="152400"/>
          </a:xfrm>
          <a:custGeom xmlns:a="http://schemas.openxmlformats.org/drawingml/2006/main">
            <a:pathLst>
              <a:path w="4763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9979F"/>
            </a:solidFill>
          </a:ln>
        </p:spPr>
      </p:sp>
      <p:sp>
        <p:nvSpPr>
          <p:cNvPr id="50" name="arrowhead">
            <a:extLst xmlns:a="http://schemas.openxmlformats.org/drawingml/2006/main">
              <a:ext uri="{FF2B5EF4-FFF2-40B4-BE49-F238E27FC236}">
                <a16:creationId xmlns:a16="http://schemas.microsoft.com/office/drawing/2014/main" id="{A48C071E-DF80-4D4F-B892-12D3F82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388" y="3505200"/>
            <a:ext cx="66675" cy="66675"/>
          </a:xfrm>
          <a:custGeom xmlns:a="http://schemas.openxmlformats.org/drawingml/2006/main"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8C96"/>
          </a:solidFill>
          <a:ln xmlns:a="http://schemas.openxmlformats.org/drawingml/2006/main" w="0">
            <a:noFill/>
          </a:ln>
        </p:spPr>
      </p:sp>
      <p:sp>
        <p:nvSpPr>
          <p:cNvPr id="51" name="diagram-42">
            <a:extLst xmlns:a="http://schemas.openxmlformats.org/drawingml/2006/main">
              <a:ext uri="{FF2B5EF4-FFF2-40B4-BE49-F238E27FC236}">
                <a16:creationId xmlns:a16="http://schemas.microsoft.com/office/drawing/2014/main" id="{502228B4-1B55-4690-84A4-56F0639C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2419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52" name="diagram-43">
            <a:extLst xmlns:a="http://schemas.openxmlformats.org/drawingml/2006/main">
              <a:ext uri="{FF2B5EF4-FFF2-40B4-BE49-F238E27FC236}">
                <a16:creationId xmlns:a16="http://schemas.microsoft.com/office/drawing/2014/main" id="{FE3F9DC9-F6EA-4ADE-8D66-D59B3F50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58629"/>
            <a:ext cx="12649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3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33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33" b="1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客户端补全计划树</a:t>
            </a:r>
          </a:p>
        </p:txBody>
      </p:sp>
      <p:sp>
        <p:nvSpPr>
          <p:cNvPr id="53" name="diagram-44">
            <a:extLst xmlns:a="http://schemas.openxmlformats.org/drawingml/2006/main">
              <a:ext uri="{FF2B5EF4-FFF2-40B4-BE49-F238E27FC236}">
                <a16:creationId xmlns:a16="http://schemas.microsoft.com/office/drawing/2014/main" id="{2B5CAB4F-F1CB-47D3-8D53-91520A63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3665"/>
            <a:ext cx="2305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同一 SQL 的 EXPLAIN 获取计划树</a:t>
            </a:r>
          </a:p>
        </p:txBody>
      </p:sp>
      <p:sp>
        <p:nvSpPr>
          <p:cNvPr id="54" name="diagram-45">
            <a:extLst xmlns:a="http://schemas.openxmlformats.org/drawingml/2006/main">
              <a:ext uri="{FF2B5EF4-FFF2-40B4-BE49-F238E27FC236}">
                <a16:creationId xmlns:a16="http://schemas.microsoft.com/office/drawing/2014/main" id="{CEC7CE0E-51A2-4689-A96C-243418E7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45115"/>
            <a:ext cx="210597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核对节点 ID、算子类型与估算 E</a:t>
            </a:r>
          </a:p>
        </p:txBody>
      </p:sp>
      <p:sp>
        <p:nvSpPr>
          <p:cNvPr id="55" name="diagram-46">
            <a:extLst xmlns:a="http://schemas.openxmlformats.org/drawingml/2006/main">
              <a:ext uri="{FF2B5EF4-FFF2-40B4-BE49-F238E27FC236}">
                <a16:creationId xmlns:a16="http://schemas.microsoft.com/office/drawing/2014/main" id="{1BEA61B0-46AC-4500-B8EE-9CB84DB3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07040"/>
            <a:ext cx="222313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26343D"/>
                </a:solidFill>
                <a:latin typeface="Microsoft YaHei"/>
                <a:ea typeface="Microsoft YaHei"/>
                <a:cs typeface="Microsoft YaHei"/>
              </a:rPr>
              <a:t>对应节点填入 A、Loops 与状态</a:t>
            </a:r>
          </a:p>
        </p:txBody>
      </p:sp>
      <p:sp>
        <p:nvSpPr>
          <p:cNvPr id="56" name="diagram-47">
            <a:extLst xmlns:a="http://schemas.openxmlformats.org/drawingml/2006/main">
              <a:ext uri="{FF2B5EF4-FFF2-40B4-BE49-F238E27FC236}">
                <a16:creationId xmlns:a16="http://schemas.microsoft.com/office/drawing/2014/main" id="{EFD679FC-CED4-4A0A-983F-AA222F94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24477"/>
            <a:ext cx="1743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0">
                <a:solidFill>
                  <a:srgbClr val="687680"/>
                </a:solidFill>
                <a:latin typeface="Microsoft YaHei"/>
                <a:ea typeface="Microsoft YaHei"/>
                <a:cs typeface="Microsoft YaHei"/>
              </a:rPr>
              <a:t>仅重新规划，不再次执行 SQL</a:t>
            </a:r>
          </a:p>
        </p:txBody>
      </p:sp>
    </p:spTree>
    <p:extLst>
      <p:ext uri="{BB962C8B-B14F-4D97-AF65-F5344CB8AC3E}">
        <p14:creationId xmlns:p14="http://schemas.microsoft.com/office/powerpoint/2010/main" val="1060804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2026-10-12T01:53:14.7230000Z</dcterms:created>
  <dcterms:modified xsi:type="dcterms:W3CDTF">2026-10-12T01:53:14.7230000Z</dcterms:modified>
</coreProperties>
</file>