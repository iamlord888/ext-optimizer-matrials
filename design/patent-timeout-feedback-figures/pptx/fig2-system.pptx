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aa28886214fb3" /><Relationship Type="http://schemas.openxmlformats.org/officeDocument/2006/relationships/extended-properties" Target="/docProps/app.xml" Id="R8508ff26c69f4b0b" /><Relationship Type="http://schemas.openxmlformats.org/officeDocument/2006/relationships/officeDocument" Target="/ppt/presentation.xml" Id="R20c209a48109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af6439a7f4574"/>
  </p:sldMasterIdLst>
  <p:notesMasterIdLst>
    <p:notesMasterId xmlns:r="http://schemas.openxmlformats.org/officeDocument/2006/relationships" r:id="R0a86282494bb4997"/>
  </p:notesMasterIdLst>
  <p:sldIdLst>
    <p:sldId xmlns:r="http://schemas.openxmlformats.org/officeDocument/2006/relationships" id="256" r:id="R9ab8491f1add42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a33f7291184409" /><Relationship Type="http://schemas.openxmlformats.org/officeDocument/2006/relationships/slideMaster" Target="/ppt/slideMasters/slideMaster1.xml" Id="R521af6439a7f4574" /><Relationship Type="http://schemas.openxmlformats.org/officeDocument/2006/relationships/notesMaster" Target="/ppt/notesMasters/notesMaster1.xml" Id="R0a86282494bb4997" /><Relationship Type="http://schemas.openxmlformats.org/officeDocument/2006/relationships/presProps" Target="/ppt/presProps.xml" Id="R3ca54d0e27f740e3" /><Relationship Type="http://schemas.openxmlformats.org/officeDocument/2006/relationships/tableStyles" Target="/ppt/tableStyles.xml" Id="Reacba0be0ccf49a0" /><Relationship Type="http://schemas.openxmlformats.org/officeDocument/2006/relationships/slide" Target="/ppt/slides/slide1.xml" Id="R9ab8491f1add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892bc9b914f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1cbbaa5f04f2f" /><Relationship Type="http://schemas.openxmlformats.org/officeDocument/2006/relationships/notesMaster" Target="/ppt/notesMasters/notesMaster1.xml" Id="R84daeaa003d9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来源：/Users/penggan/CLionProjects/ext-optimizer/design/patent-timeout-feedback-pptx/fig2-system-editable.pptx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c9ab81fb041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a8cb57b7442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7958d112e41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bd003af0640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a8d0e89f94e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446b0130e45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2A347F-FD82-4561-8BB1-670DB72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94958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B4630C-738E-4554-8B85-672129B3A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338917"/>
            <a:ext cx="10058400" cy="894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0A8CAE1-5912-4E4C-864F-893EE4C54F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3405188"/>
            <a:ext cx="8801100" cy="687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DD9984-8AC6-4182-B4E3-E452A2E1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35729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980548-99DA-4E45-899E-C78A83AB0F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579688"/>
            <a:ext cx="1005840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F3608A0-906C-42A2-B972-D4886CE3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34B37F-C6A9-4C7D-B188-040FB2FDD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5AA870C-20F9-4F51-89D1-8D72C0EB3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11158538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CF491F-24CF-4D3C-841B-A4E3201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947986-03FC-4598-94E5-BF8271356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9AC1F-718C-41F6-8B1E-9939A48DC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891CD9-723A-471D-B7B9-717973B9E0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CC9D3B-F9CB-4DDE-9408-2264E08B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6E6E8D-1BA6-48BB-85D7-9744106EA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7B3640-D8AB-400C-9660-FD9CAD140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9b1f59b040417d" /><Relationship Type="http://schemas.openxmlformats.org/officeDocument/2006/relationships/slideLayout" Target="/ppt/slideLayouts/slideLayout1.xml" Id="R9014bbe43c9a492b" /><Relationship Type="http://schemas.openxmlformats.org/officeDocument/2006/relationships/slideLayout" Target="/ppt/slideLayouts/slideLayout2.xml" Id="Rfd17851b9cad4dc3" /><Relationship Type="http://schemas.openxmlformats.org/officeDocument/2006/relationships/slideLayout" Target="/ppt/slideLayouts/slideLayout3.xml" Id="Rc6e4af996e2d4fe8" /><Relationship Type="http://schemas.openxmlformats.org/officeDocument/2006/relationships/slideLayout" Target="/ppt/slideLayouts/slideLayout4.xml" Id="R3b82a037bbf0447a" /><Relationship Type="http://schemas.openxmlformats.org/officeDocument/2006/relationships/slideLayout" Target="/ppt/slideLayouts/slideLayout5.xml" Id="Rbb3a5163889a4411" /><Relationship Type="http://schemas.openxmlformats.org/officeDocument/2006/relationships/slideLayout" Target="/ppt/slideLayouts/slideLayout6.xml" Id="R605cb312d1eb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4bbe43c9a492b"/>
    <p:sldLayoutId xmlns:r="http://schemas.openxmlformats.org/officeDocument/2006/relationships" id="2147483650" r:id="Rfd17851b9cad4dc3"/>
    <p:sldLayoutId xmlns:r="http://schemas.openxmlformats.org/officeDocument/2006/relationships" id="2147483651" r:id="Rc6e4af996e2d4fe8"/>
    <p:sldLayoutId xmlns:r="http://schemas.openxmlformats.org/officeDocument/2006/relationships" id="2147483652" r:id="R3b82a037bbf0447a"/>
    <p:sldLayoutId xmlns:r="http://schemas.openxmlformats.org/officeDocument/2006/relationships" id="2147483653" r:id="Rbb3a5163889a4411"/>
    <p:sldLayoutId xmlns:r="http://schemas.openxmlformats.org/officeDocument/2006/relationships" id="2147483654" r:id="R605cb312d1eb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c86eb05414433" /><Relationship Type="http://schemas.openxmlformats.org/officeDocument/2006/relationships/notesSlide" Target="/ppt/notesSlides/notesSlide1.xml" Id="Rb9c2a797722f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vg-002-rect">
            <a:extLst xmlns:a="http://schemas.openxmlformats.org/drawingml/2006/main">
              <a:ext uri="{FF2B5EF4-FFF2-40B4-BE49-F238E27FC236}">
                <a16:creationId xmlns:a16="http://schemas.microsoft.com/office/drawing/2014/main" id="{E8256063-5945-4091-A602-D83CED4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24100"/>
            <a:ext cx="11359006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003-rect">
            <a:extLst xmlns:a="http://schemas.openxmlformats.org/drawingml/2006/main">
              <a:ext uri="{FF2B5EF4-FFF2-40B4-BE49-F238E27FC236}">
                <a16:creationId xmlns:a16="http://schemas.microsoft.com/office/drawing/2014/main" id="{D6F3F442-E84B-444E-ABFB-2F79E80F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28950"/>
            <a:ext cx="11359006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3"/>
            </a:solidFill>
            <a:prstDash val="solid"/>
          </a:ln>
        </p:spPr>
      </p:sp>
      <p:sp>
        <p:nvSpPr>
          <p:cNvPr id="3" name="svg-004-rect">
            <a:extLst xmlns:a="http://schemas.openxmlformats.org/drawingml/2006/main">
              <a:ext uri="{FF2B5EF4-FFF2-40B4-BE49-F238E27FC236}">
                <a16:creationId xmlns:a16="http://schemas.microsoft.com/office/drawing/2014/main" id="{0A6B7354-D6EF-46FC-A9C8-E8C3C3D0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52850"/>
            <a:ext cx="1135900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vg-005-text">
            <a:extLst xmlns:a="http://schemas.openxmlformats.org/drawingml/2006/main">
              <a:ext uri="{FF2B5EF4-FFF2-40B4-BE49-F238E27FC236}">
                <a16:creationId xmlns:a16="http://schemas.microsoft.com/office/drawing/2014/main" id="{3CABA6FC-5E7B-43D6-8B54-B7BB8EC5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33" y="237951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rPr>
              <a:t>调优程序</a:t>
            </a:r>
          </a:p>
        </p:txBody>
      </p:sp>
      <p:sp>
        <p:nvSpPr>
          <p:cNvPr id="5" name="svg-006-text">
            <a:extLst xmlns:a="http://schemas.openxmlformats.org/drawingml/2006/main">
              <a:ext uri="{FF2B5EF4-FFF2-40B4-BE49-F238E27FC236}">
                <a16:creationId xmlns:a16="http://schemas.microsoft.com/office/drawing/2014/main" id="{8ADC72D4-704E-4684-86D2-8D9077BC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33" y="3084147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6" name="svg-007-text">
            <a:extLst xmlns:a="http://schemas.openxmlformats.org/drawingml/2006/main">
              <a:ext uri="{FF2B5EF4-FFF2-40B4-BE49-F238E27FC236}">
                <a16:creationId xmlns:a16="http://schemas.microsoft.com/office/drawing/2014/main" id="{1814BE70-224E-49D4-982E-0837FB5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33" y="3797627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881"/>
                </a:solidFill>
                <a:latin typeface="Microsoft YaHei"/>
                <a:ea typeface="Microsoft YaHei"/>
                <a:cs typeface="Microsoft YaHei"/>
              </a:rPr>
              <a:t>行数反馈</a:t>
            </a:r>
          </a:p>
        </p:txBody>
      </p:sp>
      <p:sp>
        <p:nvSpPr>
          <p:cNvPr id="8" name="svg-009-text">
            <a:extLst xmlns:a="http://schemas.openxmlformats.org/drawingml/2006/main">
              <a:ext uri="{FF2B5EF4-FFF2-40B4-BE49-F238E27FC236}">
                <a16:creationId xmlns:a16="http://schemas.microsoft.com/office/drawing/2014/main" id="{D5458AB2-05AF-444A-A379-1428E34B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455" y="2514600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Rows Hint 输入</a:t>
            </a:r>
          </a:p>
        </p:txBody>
      </p:sp>
      <p:sp>
        <p:nvSpPr>
          <p:cNvPr id="9" name="svg-010-text">
            <a:extLst xmlns:a="http://schemas.openxmlformats.org/drawingml/2006/main">
              <a:ext uri="{FF2B5EF4-FFF2-40B4-BE49-F238E27FC236}">
                <a16:creationId xmlns:a16="http://schemas.microsoft.com/office/drawing/2014/main" id="{994B2500-7B45-4486-BEFA-0A625A3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455" y="27051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已有扫描和连接行数</a:t>
            </a:r>
          </a:p>
        </p:txBody>
      </p:sp>
      <p:sp>
        <p:nvSpPr>
          <p:cNvPr id="11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87F6277B-7640-413C-98ED-03E0D4C0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07" y="2514600"/>
            <a:ext cx="276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生成第 i 轮候选</a:t>
            </a:r>
          </a:p>
        </p:txBody>
      </p:sp>
      <p:sp>
        <p:nvSpPr>
          <p:cNvPr id="12" name="svg-013-text">
            <a:extLst xmlns:a="http://schemas.openxmlformats.org/drawingml/2006/main">
              <a:ext uri="{FF2B5EF4-FFF2-40B4-BE49-F238E27FC236}">
                <a16:creationId xmlns:a16="http://schemas.microsoft.com/office/drawing/2014/main" id="{B61BC750-D101-4624-A6BA-F362C21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07" y="27051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SQL + 单轮期限</a:t>
            </a:r>
          </a:p>
        </p:txBody>
      </p:sp>
      <p:sp>
        <p:nvSpPr>
          <p:cNvPr id="14" name="svg-015-text">
            <a:extLst xmlns:a="http://schemas.openxmlformats.org/drawingml/2006/main">
              <a:ext uri="{FF2B5EF4-FFF2-40B4-BE49-F238E27FC236}">
                <a16:creationId xmlns:a16="http://schemas.microsoft.com/office/drawing/2014/main" id="{A24C6504-EBC3-4652-A6B8-E6893DF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349" y="2514600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最佳已完成候选</a:t>
            </a:r>
          </a:p>
        </p:txBody>
      </p:sp>
      <p:sp>
        <p:nvSpPr>
          <p:cNvPr id="15" name="svg-016-text">
            <a:extLst xmlns:a="http://schemas.openxmlformats.org/drawingml/2006/main">
              <a:ext uri="{FF2B5EF4-FFF2-40B4-BE49-F238E27FC236}">
                <a16:creationId xmlns:a16="http://schemas.microsoft.com/office/drawing/2014/main" id="{8CCA9C66-33FE-4222-8EE1-1709646E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349" y="27051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按完整执行时间比较</a:t>
            </a:r>
          </a:p>
        </p:txBody>
      </p:sp>
      <p:sp>
        <p:nvSpPr>
          <p:cNvPr id="16" name="svg-017-path">
            <a:extLst xmlns:a="http://schemas.openxmlformats.org/drawingml/2006/main">
              <a:ext uri="{FF2B5EF4-FFF2-40B4-BE49-F238E27FC236}">
                <a16:creationId xmlns:a16="http://schemas.microsoft.com/office/drawing/2014/main" id="{B05A28D9-F4BA-4E8D-95AC-26D9F619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99" y="2674056"/>
            <a:ext cx="1056033" cy="4763"/>
          </a:xfrm>
          <a:custGeom xmlns:a="http://schemas.openxmlformats.org/drawingml/2006/main">
            <a:pathLst>
              <a:path w="1056033" h="4763">
                <a:moveTo>
                  <a:pt x="0" y="0"/>
                </a:moveTo>
                <a:lnTo>
                  <a:pt x="10560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38490"/>
            </a:solidFill>
            <a:prstDash val="solid"/>
          </a:ln>
        </p:spPr>
      </p:sp>
      <p:sp>
        <p:nvSpPr>
          <p:cNvPr id="17" name="svg-018-path">
            <a:extLst xmlns:a="http://schemas.openxmlformats.org/drawingml/2006/main">
              <a:ext uri="{FF2B5EF4-FFF2-40B4-BE49-F238E27FC236}">
                <a16:creationId xmlns:a16="http://schemas.microsoft.com/office/drawing/2014/main" id="{9DECF592-2DBE-4C4A-A861-A5878B3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615" y="2652183"/>
            <a:ext cx="97616" cy="43744"/>
          </a:xfrm>
          <a:custGeom xmlns:a="http://schemas.openxmlformats.org/drawingml/2006/main">
            <a:pathLst>
              <a:path w="97616" h="43744">
                <a:moveTo>
                  <a:pt x="97616" y="21872"/>
                </a:moveTo>
                <a:lnTo>
                  <a:pt x="0" y="0"/>
                </a:lnTo>
                <a:lnTo>
                  <a:pt x="0" y="43744"/>
                </a:lnTo>
                <a:close/>
              </a:path>
            </a:pathLst>
          </a:custGeom>
          <a:solidFill xmlns:a="http://schemas.openxmlformats.org/drawingml/2006/main">
            <a:srgbClr val="738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AA7C5846-4E35-49FC-85C5-6735A5D7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07" y="31337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20" name="svg-021-text">
            <a:extLst xmlns:a="http://schemas.openxmlformats.org/drawingml/2006/main">
              <a:ext uri="{FF2B5EF4-FFF2-40B4-BE49-F238E27FC236}">
                <a16:creationId xmlns:a16="http://schemas.microsoft.com/office/drawing/2014/main" id="{116B9562-103F-4E69-A8A4-D51F7E9D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07" y="3324225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产生物理计划</a:t>
            </a:r>
          </a:p>
        </p:txBody>
      </p:sp>
      <p:sp>
        <p:nvSpPr>
          <p:cNvPr id="22" name="svg-023-text">
            <a:extLst xmlns:a="http://schemas.openxmlformats.org/drawingml/2006/main">
              <a:ext uri="{FF2B5EF4-FFF2-40B4-BE49-F238E27FC236}">
                <a16:creationId xmlns:a16="http://schemas.microsoft.com/office/drawing/2014/main" id="{DE907DE3-05D2-4679-A30D-4F8C8E7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694" y="31337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执行器</a:t>
            </a:r>
          </a:p>
        </p:txBody>
      </p:sp>
      <p:sp>
        <p:nvSpPr>
          <p:cNvPr id="23" name="svg-024-text">
            <a:extLst xmlns:a="http://schemas.openxmlformats.org/drawingml/2006/main">
              <a:ext uri="{FF2B5EF4-FFF2-40B4-BE49-F238E27FC236}">
                <a16:creationId xmlns:a16="http://schemas.microsoft.com/office/drawing/2014/main" id="{3FF3226F-4BB7-4F78-81A3-75960EEC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694" y="3324225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记录各算子的返回行数</a:t>
            </a:r>
          </a:p>
        </p:txBody>
      </p:sp>
      <p:sp>
        <p:nvSpPr>
          <p:cNvPr id="24" name="svg-025-path">
            <a:extLst xmlns:a="http://schemas.openxmlformats.org/drawingml/2006/main">
              <a:ext uri="{FF2B5EF4-FFF2-40B4-BE49-F238E27FC236}">
                <a16:creationId xmlns:a16="http://schemas.microsoft.com/office/drawing/2014/main" id="{81CF4D96-B350-4AEC-B9C6-FABFFE9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031" y="3508296"/>
            <a:ext cx="2120939" cy="4763"/>
          </a:xfrm>
          <a:custGeom xmlns:a="http://schemas.openxmlformats.org/drawingml/2006/main">
            <a:pathLst>
              <a:path w="2120939" h="4763">
                <a:moveTo>
                  <a:pt x="0" y="0"/>
                </a:moveTo>
                <a:lnTo>
                  <a:pt x="21209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38490"/>
            </a:solidFill>
            <a:prstDash val="solid"/>
          </a:ln>
        </p:spPr>
      </p:sp>
      <p:sp>
        <p:nvSpPr>
          <p:cNvPr id="25" name="svg-026-path">
            <a:extLst xmlns:a="http://schemas.openxmlformats.org/drawingml/2006/main">
              <a:ext uri="{FF2B5EF4-FFF2-40B4-BE49-F238E27FC236}">
                <a16:creationId xmlns:a16="http://schemas.microsoft.com/office/drawing/2014/main" id="{5B10ABFF-DCCE-46AA-B6C3-D49A3D3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354" y="3486507"/>
            <a:ext cx="97616" cy="43577"/>
          </a:xfrm>
          <a:custGeom xmlns:a="http://schemas.openxmlformats.org/drawingml/2006/main">
            <a:pathLst>
              <a:path w="97616" h="43577">
                <a:moveTo>
                  <a:pt x="97616" y="21788"/>
                </a:moveTo>
                <a:lnTo>
                  <a:pt x="0" y="0"/>
                </a:lnTo>
                <a:lnTo>
                  <a:pt x="0" y="43577"/>
                </a:lnTo>
                <a:close/>
              </a:path>
            </a:pathLst>
          </a:custGeom>
          <a:solidFill xmlns:a="http://schemas.openxmlformats.org/drawingml/2006/main">
            <a:srgbClr val="738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vg-027-path">
            <a:extLst xmlns:a="http://schemas.openxmlformats.org/drawingml/2006/main">
              <a:ext uri="{FF2B5EF4-FFF2-40B4-BE49-F238E27FC236}">
                <a16:creationId xmlns:a16="http://schemas.microsoft.com/office/drawing/2014/main" id="{CDA9B7EF-F6DE-43EC-83A5-B737A45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534" y="2838097"/>
            <a:ext cx="8874" cy="328846"/>
          </a:xfrm>
          <a:custGeom xmlns:a="http://schemas.openxmlformats.org/drawingml/2006/main">
            <a:pathLst>
              <a:path w="8874" h="328846">
                <a:moveTo>
                  <a:pt x="0" y="0"/>
                </a:moveTo>
                <a:lnTo>
                  <a:pt x="0" y="32884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38490"/>
            </a:solidFill>
            <a:prstDash val="solid"/>
          </a:ln>
        </p:spPr>
      </p:sp>
      <p:sp>
        <p:nvSpPr>
          <p:cNvPr id="27" name="svg-028-path">
            <a:extLst xmlns:a="http://schemas.openxmlformats.org/drawingml/2006/main">
              <a:ext uri="{FF2B5EF4-FFF2-40B4-BE49-F238E27FC236}">
                <a16:creationId xmlns:a16="http://schemas.microsoft.com/office/drawing/2014/main" id="{E5A39A1F-A0DA-4E37-8C43-E11D88D4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289" y="3126998"/>
            <a:ext cx="106491" cy="39945"/>
          </a:xfrm>
          <a:custGeom xmlns:a="http://schemas.openxmlformats.org/drawingml/2006/main">
            <a:pathLst>
              <a:path w="106491" h="39945">
                <a:moveTo>
                  <a:pt x="53245" y="39945"/>
                </a:moveTo>
                <a:lnTo>
                  <a:pt x="0" y="0"/>
                </a:lnTo>
                <a:lnTo>
                  <a:pt x="106491" y="0"/>
                </a:lnTo>
                <a:close/>
              </a:path>
            </a:pathLst>
          </a:custGeom>
          <a:solidFill xmlns:a="http://schemas.openxmlformats.org/drawingml/2006/main">
            <a:srgbClr val="738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vg-029-path">
            <a:extLst xmlns:a="http://schemas.openxmlformats.org/drawingml/2006/main">
              <a:ext uri="{FF2B5EF4-FFF2-40B4-BE49-F238E27FC236}">
                <a16:creationId xmlns:a16="http://schemas.microsoft.com/office/drawing/2014/main" id="{6F4FC7B0-BA3D-4BB0-ABBB-3F9D61C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337" y="2874551"/>
            <a:ext cx="8874" cy="328707"/>
          </a:xfrm>
          <a:custGeom xmlns:a="http://schemas.openxmlformats.org/drawingml/2006/main">
            <a:pathLst>
              <a:path w="8874" h="328707">
                <a:moveTo>
                  <a:pt x="0" y="3287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75C85"/>
            </a:solidFill>
            <a:prstDash val="solid"/>
          </a:ln>
        </p:spPr>
      </p:sp>
      <p:sp>
        <p:nvSpPr>
          <p:cNvPr id="29" name="svg-030-path">
            <a:extLst xmlns:a="http://schemas.openxmlformats.org/drawingml/2006/main">
              <a:ext uri="{FF2B5EF4-FFF2-40B4-BE49-F238E27FC236}">
                <a16:creationId xmlns:a16="http://schemas.microsoft.com/office/drawing/2014/main" id="{B93D9C52-B5DB-4D3A-B71A-4E955A29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92" y="2874551"/>
            <a:ext cx="106491" cy="40099"/>
          </a:xfrm>
          <a:custGeom xmlns:a="http://schemas.openxmlformats.org/drawingml/2006/main">
            <a:pathLst>
              <a:path w="106491" h="40099">
                <a:moveTo>
                  <a:pt x="53245" y="0"/>
                </a:moveTo>
                <a:lnTo>
                  <a:pt x="0" y="40099"/>
                </a:lnTo>
                <a:lnTo>
                  <a:pt x="106491" y="40099"/>
                </a:lnTo>
                <a:close/>
              </a:path>
            </a:pathLst>
          </a:custGeom>
          <a:solidFill xmlns:a="http://schemas.openxmlformats.org/drawingml/2006/main">
            <a:srgbClr val="275C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vg-031-text">
            <a:extLst xmlns:a="http://schemas.openxmlformats.org/drawingml/2006/main">
              <a:ext uri="{FF2B5EF4-FFF2-40B4-BE49-F238E27FC236}">
                <a16:creationId xmlns:a16="http://schemas.microsoft.com/office/drawing/2014/main" id="{E8BDFB60-9E37-4F54-B890-7ED2C19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193" y="292417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正常完成：执行时间</a:t>
            </a:r>
          </a:p>
        </p:txBody>
      </p:sp>
      <p:sp>
        <p:nvSpPr>
          <p:cNvPr id="32" name="svg-033-text">
            <a:extLst xmlns:a="http://schemas.openxmlformats.org/drawingml/2006/main">
              <a:ext uri="{FF2B5EF4-FFF2-40B4-BE49-F238E27FC236}">
                <a16:creationId xmlns:a16="http://schemas.microsoft.com/office/drawing/2014/main" id="{D8324EC1-33DB-4488-BDB4-624C5AE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826" y="3867150"/>
            <a:ext cx="276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基数修正（Rows Hint）</a:t>
            </a:r>
          </a:p>
        </p:txBody>
      </p:sp>
      <p:sp>
        <p:nvSpPr>
          <p:cNvPr id="33" name="svg-034-text">
            <a:extLst xmlns:a="http://schemas.openxmlformats.org/drawingml/2006/main">
              <a:ext uri="{FF2B5EF4-FFF2-40B4-BE49-F238E27FC236}">
                <a16:creationId xmlns:a16="http://schemas.microsoft.com/office/drawing/2014/main" id="{7C479229-A332-4F9A-9CBC-2602D6D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826" y="405765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精确行数或行数下界</a:t>
            </a:r>
          </a:p>
        </p:txBody>
      </p:sp>
      <p:sp>
        <p:nvSpPr>
          <p:cNvPr id="35" name="svg-036-text">
            <a:extLst xmlns:a="http://schemas.openxmlformats.org/drawingml/2006/main">
              <a:ext uri="{FF2B5EF4-FFF2-40B4-BE49-F238E27FC236}">
                <a16:creationId xmlns:a16="http://schemas.microsoft.com/office/drawing/2014/main" id="{7031A6CC-131D-4AF9-9191-456B0EB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60" y="3867150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检查算子行数</a:t>
            </a:r>
          </a:p>
        </p:txBody>
      </p:sp>
      <p:sp>
        <p:nvSpPr>
          <p:cNvPr id="36" name="svg-037-text">
            <a:extLst xmlns:a="http://schemas.openxmlformats.org/drawingml/2006/main">
              <a:ext uri="{FF2B5EF4-FFF2-40B4-BE49-F238E27FC236}">
                <a16:creationId xmlns:a16="http://schemas.microsoft.com/office/drawing/2014/main" id="{EFC90DEA-9ADA-4D39-A9FE-F2FC8E4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60" y="405765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检查执行次数和扫描结束状态</a:t>
            </a:r>
          </a:p>
        </p:txBody>
      </p:sp>
      <p:sp>
        <p:nvSpPr>
          <p:cNvPr id="38" name="svg-039-text">
            <a:extLst xmlns:a="http://schemas.openxmlformats.org/drawingml/2006/main">
              <a:ext uri="{FF2B5EF4-FFF2-40B4-BE49-F238E27FC236}">
                <a16:creationId xmlns:a16="http://schemas.microsoft.com/office/drawing/2014/main" id="{43EF0E53-F4D0-427D-9CC3-163B361E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978" y="3867150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超时取证</a:t>
            </a:r>
          </a:p>
        </p:txBody>
      </p:sp>
      <p:sp>
        <p:nvSpPr>
          <p:cNvPr id="39" name="svg-040-text">
            <a:extLst xmlns:a="http://schemas.openxmlformats.org/drawingml/2006/main">
              <a:ext uri="{FF2B5EF4-FFF2-40B4-BE49-F238E27FC236}">
                <a16:creationId xmlns:a16="http://schemas.microsoft.com/office/drawing/2014/main" id="{0616C6D2-409D-497E-935D-93C0CC35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978" y="405765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节点 ID、A/E 和执行状态</a:t>
            </a:r>
          </a:p>
        </p:txBody>
      </p:sp>
      <p:sp>
        <p:nvSpPr>
          <p:cNvPr id="40" name="svg-041-path">
            <a:extLst xmlns:a="http://schemas.openxmlformats.org/drawingml/2006/main">
              <a:ext uri="{FF2B5EF4-FFF2-40B4-BE49-F238E27FC236}">
                <a16:creationId xmlns:a16="http://schemas.microsoft.com/office/drawing/2014/main" id="{6C10E667-F456-4E81-B33D-E8DF8746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22" y="3493770"/>
            <a:ext cx="8874" cy="424049"/>
          </a:xfrm>
          <a:custGeom xmlns:a="http://schemas.openxmlformats.org/drawingml/2006/main">
            <a:pathLst>
              <a:path w="8874" h="424049">
                <a:moveTo>
                  <a:pt x="0" y="0"/>
                </a:moveTo>
                <a:lnTo>
                  <a:pt x="0" y="42404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  <a:prstDash val="solid"/>
          </a:ln>
        </p:spPr>
      </p:sp>
      <p:sp>
        <p:nvSpPr>
          <p:cNvPr id="41" name="svg-042-path">
            <a:extLst xmlns:a="http://schemas.openxmlformats.org/drawingml/2006/main">
              <a:ext uri="{FF2B5EF4-FFF2-40B4-BE49-F238E27FC236}">
                <a16:creationId xmlns:a16="http://schemas.microsoft.com/office/drawing/2014/main" id="{763C3054-606A-4E6C-97CF-51C6AF1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776" y="3885414"/>
            <a:ext cx="106491" cy="32405"/>
          </a:xfrm>
          <a:custGeom xmlns:a="http://schemas.openxmlformats.org/drawingml/2006/main">
            <a:pathLst>
              <a:path w="106491" h="32405">
                <a:moveTo>
                  <a:pt x="53245" y="32405"/>
                </a:moveTo>
                <a:lnTo>
                  <a:pt x="0" y="0"/>
                </a:lnTo>
                <a:lnTo>
                  <a:pt x="106491" y="0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vg-043-text">
            <a:extLst xmlns:a="http://schemas.openxmlformats.org/drawingml/2006/main">
              <a:ext uri="{FF2B5EF4-FFF2-40B4-BE49-F238E27FC236}">
                <a16:creationId xmlns:a16="http://schemas.microsoft.com/office/drawing/2014/main" id="{6FBE16CA-514E-4FE9-81A2-36D4812A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255" y="3600450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到时取消</a:t>
            </a:r>
          </a:p>
        </p:txBody>
      </p:sp>
      <p:sp>
        <p:nvSpPr>
          <p:cNvPr id="43" name="svg-044-path">
            <a:extLst xmlns:a="http://schemas.openxmlformats.org/drawingml/2006/main">
              <a:ext uri="{FF2B5EF4-FFF2-40B4-BE49-F238E27FC236}">
                <a16:creationId xmlns:a16="http://schemas.microsoft.com/office/drawing/2014/main" id="{B014BE23-25DC-42CC-A85F-6BCEB851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329" y="4085734"/>
            <a:ext cx="851925" cy="4763"/>
          </a:xfrm>
          <a:custGeom xmlns:a="http://schemas.openxmlformats.org/drawingml/2006/main">
            <a:pathLst>
              <a:path w="851925" h="4763">
                <a:moveTo>
                  <a:pt x="851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  <a:prstDash val="solid"/>
          </a:ln>
        </p:spPr>
      </p:sp>
      <p:sp>
        <p:nvSpPr>
          <p:cNvPr id="44" name="svg-045-path">
            <a:extLst xmlns:a="http://schemas.openxmlformats.org/drawingml/2006/main">
              <a:ext uri="{FF2B5EF4-FFF2-40B4-BE49-F238E27FC236}">
                <a16:creationId xmlns:a16="http://schemas.microsoft.com/office/drawing/2014/main" id="{C6C28660-17E6-440C-88A6-31F7DBF3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329" y="4068059"/>
            <a:ext cx="97616" cy="35351"/>
          </a:xfrm>
          <a:custGeom xmlns:a="http://schemas.openxmlformats.org/drawingml/2006/main">
            <a:pathLst>
              <a:path w="97616" h="35351">
                <a:moveTo>
                  <a:pt x="0" y="17675"/>
                </a:moveTo>
                <a:lnTo>
                  <a:pt x="97616" y="0"/>
                </a:lnTo>
                <a:lnTo>
                  <a:pt x="97616" y="35351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vg-046-path">
            <a:extLst xmlns:a="http://schemas.openxmlformats.org/drawingml/2006/main">
              <a:ext uri="{FF2B5EF4-FFF2-40B4-BE49-F238E27FC236}">
                <a16:creationId xmlns:a16="http://schemas.microsoft.com/office/drawing/2014/main" id="{F10E8A3F-1A36-4ABE-85C9-6DBFB7F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998" y="4085734"/>
            <a:ext cx="745435" cy="4763"/>
          </a:xfrm>
          <a:custGeom xmlns:a="http://schemas.openxmlformats.org/drawingml/2006/main">
            <a:pathLst>
              <a:path w="745435" h="4763">
                <a:moveTo>
                  <a:pt x="74543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  <a:prstDash val="solid"/>
          </a:ln>
        </p:spPr>
      </p:sp>
      <p:sp>
        <p:nvSpPr>
          <p:cNvPr id="46" name="svg-047-path">
            <a:extLst xmlns:a="http://schemas.openxmlformats.org/drawingml/2006/main">
              <a:ext uri="{FF2B5EF4-FFF2-40B4-BE49-F238E27FC236}">
                <a16:creationId xmlns:a16="http://schemas.microsoft.com/office/drawing/2014/main" id="{5D8E876E-6539-44C3-AC68-0386060D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998" y="4068059"/>
            <a:ext cx="97616" cy="35351"/>
          </a:xfrm>
          <a:custGeom xmlns:a="http://schemas.openxmlformats.org/drawingml/2006/main">
            <a:pathLst>
              <a:path w="97616" h="35351">
                <a:moveTo>
                  <a:pt x="0" y="17675"/>
                </a:moveTo>
                <a:lnTo>
                  <a:pt x="97616" y="0"/>
                </a:lnTo>
                <a:lnTo>
                  <a:pt x="97616" y="35351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vg-048-path">
            <a:extLst xmlns:a="http://schemas.openxmlformats.org/drawingml/2006/main">
              <a:ext uri="{FF2B5EF4-FFF2-40B4-BE49-F238E27FC236}">
                <a16:creationId xmlns:a16="http://schemas.microsoft.com/office/drawing/2014/main" id="{C2EE3CA7-E945-44E5-9BBE-E27D9A85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22" y="2736027"/>
            <a:ext cx="772057" cy="1267223"/>
          </a:xfrm>
          <a:custGeom xmlns:a="http://schemas.openxmlformats.org/drawingml/2006/main">
            <a:pathLst>
              <a:path w="772057" h="1267223">
                <a:moveTo>
                  <a:pt x="479208" y="1267223"/>
                </a:moveTo>
                <a:lnTo>
                  <a:pt x="0" y="1267223"/>
                </a:lnTo>
                <a:lnTo>
                  <a:pt x="0" y="0"/>
                </a:lnTo>
                <a:lnTo>
                  <a:pt x="7720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  <a:prstDash val="solid"/>
          </a:ln>
        </p:spPr>
      </p:sp>
      <p:sp>
        <p:nvSpPr>
          <p:cNvPr id="48" name="svg-049-path">
            <a:extLst xmlns:a="http://schemas.openxmlformats.org/drawingml/2006/main">
              <a:ext uri="{FF2B5EF4-FFF2-40B4-BE49-F238E27FC236}">
                <a16:creationId xmlns:a16="http://schemas.microsoft.com/office/drawing/2014/main" id="{67D3D921-B706-4930-A708-9758F472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63" y="2714155"/>
            <a:ext cx="97616" cy="43744"/>
          </a:xfrm>
          <a:custGeom xmlns:a="http://schemas.openxmlformats.org/drawingml/2006/main">
            <a:pathLst>
              <a:path w="97616" h="43744">
                <a:moveTo>
                  <a:pt x="97616" y="21872"/>
                </a:moveTo>
                <a:lnTo>
                  <a:pt x="0" y="0"/>
                </a:lnTo>
                <a:lnTo>
                  <a:pt x="0" y="43744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vg-050-text">
            <a:extLst xmlns:a="http://schemas.openxmlformats.org/drawingml/2006/main">
              <a:ext uri="{FF2B5EF4-FFF2-40B4-BE49-F238E27FC236}">
                <a16:creationId xmlns:a16="http://schemas.microsoft.com/office/drawing/2014/main" id="{F188231E-78BB-49A5-9C09-7E81DE4F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07" y="4410075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57F"/>
                </a:solidFill>
                <a:latin typeface="Microsoft YaHei"/>
                <a:ea typeface="Microsoft YaHei"/>
                <a:cs typeface="Microsoft YaHei"/>
              </a:rPr>
              <a:t>灰色：候选执行路径</a:t>
            </a:r>
          </a:p>
        </p:txBody>
      </p:sp>
      <p:sp>
        <p:nvSpPr>
          <p:cNvPr id="50" name="svg-051-text">
            <a:extLst xmlns:a="http://schemas.openxmlformats.org/drawingml/2006/main">
              <a:ext uri="{FF2B5EF4-FFF2-40B4-BE49-F238E27FC236}">
                <a16:creationId xmlns:a16="http://schemas.microsoft.com/office/drawing/2014/main" id="{27FC518F-4E1D-4484-98C8-C3F3F9F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984" y="4410075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rPr>
              <a:t>绿色：算子行数反馈路径</a:t>
            </a:r>
          </a:p>
        </p:txBody>
      </p:sp>
      <p:sp>
        <p:nvSpPr>
          <p:cNvPr id="51" name="svg-052-text">
            <a:extLst xmlns:a="http://schemas.openxmlformats.org/drawingml/2006/main">
              <a:ext uri="{FF2B5EF4-FFF2-40B4-BE49-F238E27FC236}">
                <a16:creationId xmlns:a16="http://schemas.microsoft.com/office/drawing/2014/main" id="{A45A631A-D4A2-425E-9B34-8BCF7A2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9" y="4410075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rPr>
              <a:t>蓝色：完整时间评价路径</a:t>
            </a:r>
          </a:p>
        </p:txBody>
      </p:sp>
      <p:sp>
        <p:nvSpPr>
          <p:cNvPr id="53" name="next-candidate-round">
            <a:extLst xmlns:a="http://schemas.openxmlformats.org/drawingml/2006/main">
              <a:ext uri="{FF2B5EF4-FFF2-40B4-BE49-F238E27FC236}">
                <a16:creationId xmlns:a16="http://schemas.microsoft.com/office/drawing/2014/main" id="{60972799-4B03-4D5C-8EAF-7ABDCC1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868" y="4210050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rPr>
              <a:t>生成第 i+1 轮候选</a:t>
            </a:r>
          </a:p>
        </p:txBody>
      </p:sp>
      <p:sp>
        <p:nvSpPr>
          <p:cNvPr id="54" name="normal-completion-row-feedback">
            <a:extLst xmlns:a="http://schemas.openxmlformats.org/drawingml/2006/main">
              <a:ext uri="{FF2B5EF4-FFF2-40B4-BE49-F238E27FC236}">
                <a16:creationId xmlns:a16="http://schemas.microsoft.com/office/drawing/2014/main" id="{26C4175D-251F-469F-8F15-3BB4939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3770"/>
            <a:ext cx="2152650" cy="335280"/>
          </a:xfrm>
          <a:custGeom xmlns:a="http://schemas.openxmlformats.org/drawingml/2006/main">
            <a:pathLst>
              <a:path w="2152650" h="335280">
                <a:moveTo>
                  <a:pt x="2152650" y="0"/>
                </a:moveTo>
                <a:lnTo>
                  <a:pt x="2152650" y="287655"/>
                </a:lnTo>
                <a:lnTo>
                  <a:pt x="0" y="287655"/>
                </a:lnTo>
                <a:lnTo>
                  <a:pt x="0" y="33528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</a:ln>
        </p:spPr>
      </p:sp>
      <p:sp>
        <p:nvSpPr>
          <p:cNvPr id="55" name="normal-completion-row-feedback-arrow">
            <a:extLst xmlns:a="http://schemas.openxmlformats.org/drawingml/2006/main">
              <a:ext uri="{FF2B5EF4-FFF2-40B4-BE49-F238E27FC236}">
                <a16:creationId xmlns:a16="http://schemas.microsoft.com/office/drawing/2014/main" id="{3433B32A-D0B7-4029-BE11-9A6C0920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3776663"/>
            <a:ext cx="85725" cy="52388"/>
          </a:xfrm>
          <a:custGeom xmlns:a="http://schemas.openxmlformats.org/drawingml/2006/main">
            <a:pathLst>
              <a:path w="85725" h="52388">
                <a:moveTo>
                  <a:pt x="42863" y="52388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</a:ln>
        </p:spPr>
      </p:sp>
      <p:sp>
        <p:nvSpPr>
          <p:cNvPr id="56" name="normal-completion-statistics-label">
            <a:extLst xmlns:a="http://schemas.openxmlformats.org/drawingml/2006/main">
              <a:ext uri="{FF2B5EF4-FFF2-40B4-BE49-F238E27FC236}">
                <a16:creationId xmlns:a16="http://schemas.microsoft.com/office/drawing/2014/main" id="{BB58F9B4-901D-4F7C-BAE3-978F8740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rPr>
              <a:t>正常完成：算子统计</a:t>
            </a:r>
          </a:p>
        </p:txBody>
      </p:sp>
    </p:spTree>
    <p:extLst>
      <p:ext uri="{BB962C8B-B14F-4D97-AF65-F5344CB8AC3E}">
        <p14:creationId xmlns:p14="http://schemas.microsoft.com/office/powerpoint/2010/main" val="1085100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2026-10-12T03:21:23.9650000Z</dcterms:created>
  <dcterms:modified xsi:type="dcterms:W3CDTF">2026-10-12T03:21:23.9650000Z</dcterms:modified>
</coreProperties>
</file>