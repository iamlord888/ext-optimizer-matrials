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a0e584e1334bcc" /><Relationship Type="http://schemas.openxmlformats.org/officeDocument/2006/relationships/extended-properties" Target="/docProps/app.xml" Id="R0cf05db5f02d4e76" /><Relationship Type="http://schemas.openxmlformats.org/officeDocument/2006/relationships/officeDocument" Target="/ppt/presentation.xml" Id="Rdd3a4f54964b42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24475c6cd34bd3"/>
  </p:sldMasterIdLst>
  <p:notesMasterIdLst>
    <p:notesMasterId xmlns:r="http://schemas.openxmlformats.org/officeDocument/2006/relationships" r:id="R1c6a7da3bfa24a74"/>
  </p:notesMasterIdLst>
  <p:sldIdLst>
    <p:sldId xmlns:r="http://schemas.openxmlformats.org/officeDocument/2006/relationships" id="256" r:id="Rc045a899c10642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e4d87c7cfa4807" /><Relationship Type="http://schemas.openxmlformats.org/officeDocument/2006/relationships/slideMaster" Target="/ppt/slideMasters/slideMaster1.xml" Id="R3824475c6cd34bd3" /><Relationship Type="http://schemas.openxmlformats.org/officeDocument/2006/relationships/notesMaster" Target="/ppt/notesMasters/notesMaster1.xml" Id="R1c6a7da3bfa24a74" /><Relationship Type="http://schemas.openxmlformats.org/officeDocument/2006/relationships/presProps" Target="/ppt/presProps.xml" Id="R7a9c0021f3e14d6c" /><Relationship Type="http://schemas.openxmlformats.org/officeDocument/2006/relationships/tableStyles" Target="/ppt/tableStyles.xml" Id="R02f2aa98f191415a" /><Relationship Type="http://schemas.openxmlformats.org/officeDocument/2006/relationships/slide" Target="/ppt/slides/slide1.xml" Id="Rc045a899c10642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62e17e0fbb4e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d40a4b811643c6" /><Relationship Type="http://schemas.openxmlformats.org/officeDocument/2006/relationships/notesMaster" Target="/ppt/notesMasters/notesMaster1.xml" Id="Ra48a2a465fdc49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来源：/Users/penggan/CLionProjects/ext-optimizer/design/patent-timeout-feedback-pptx/fig6-mixed-states-editable.pptx</a:t>
            </a:r>
          </a:p>
          <a:p xmlns:a="http://schemas.openxmlformats.org/drawingml/2006/main">
            <a:r>
              <a:t>技术说明：/Users/penggan/CLionProjects/ext-optimizer/design/patent-timeout-feedback-disclosure-draft.md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d6338e91304f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b795f76c99459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4add5d27fb4f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57d9c57c61405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570e2a1e44442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d2c68d285e48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784B1C7-A423-4E63-B18B-F1E75B6E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994958"/>
            <a:ext cx="628650" cy="343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A4339E5-D737-48A8-B4B6-5F67C5CBE3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57300" y="2338917"/>
            <a:ext cx="10058400" cy="8942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18C8193-AB13-44F0-84E8-6C1C2939C36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85950" y="3405188"/>
            <a:ext cx="8801100" cy="6879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1A66B44-EF91-4D04-AE9E-DDE7A1B7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235729"/>
            <a:ext cx="628650" cy="343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C4168DD-57C7-46BE-9E84-D1B2FEFAE8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57300" y="2579688"/>
            <a:ext cx="10058400" cy="103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F210F4C-ECA7-4C11-8A39-34C72AC2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31" y="1375833"/>
            <a:ext cx="628650" cy="343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ED56282-EE55-4416-8E82-45C2E82EC1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7231" y="481542"/>
            <a:ext cx="11158538" cy="7567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BB430CB-2E4E-4BA2-BEFA-EAE7D560CB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07231" y="1719792"/>
            <a:ext cx="11158538" cy="3852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06375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1pPr>
            <a:lvl2pPr marL="481542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2pPr>
            <a:lvl3pPr marL="756708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3pPr>
            <a:lvl4pPr marL="1031875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4pPr>
            <a:lvl5pPr marL="1307042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5pPr>
            <a:lvl6pPr marL="1582208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6pPr>
            <a:lvl7pPr marL="1857375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7pPr>
            <a:lvl8pPr marL="2132542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8pPr>
            <a:lvl9pPr marL="2407708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E752C87-5180-4EF9-9359-C4D4A158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31" y="1375833"/>
            <a:ext cx="628650" cy="343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4D38F73-DF33-40BC-93C1-877018145D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7231" y="481542"/>
            <a:ext cx="11158538" cy="7567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337102-7B7D-4C6C-91A3-124B850668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07231" y="1719792"/>
            <a:ext cx="5186363" cy="3852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06375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1pPr>
            <a:lvl2pPr marL="481542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2pPr>
            <a:lvl3pPr marL="756708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3pPr>
            <a:lvl4pPr marL="1031875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4pPr>
            <a:lvl5pPr marL="1307042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5pPr>
            <a:lvl6pPr marL="1582208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6pPr>
            <a:lvl7pPr marL="1857375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7pPr>
            <a:lvl8pPr marL="2132542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8pPr>
            <a:lvl9pPr marL="2407708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7DCB8D-6136-4B0E-9E9D-2C6A7804E3D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679406" y="1719792"/>
            <a:ext cx="5186363" cy="3852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06375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1pPr>
            <a:lvl2pPr marL="481542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2pPr>
            <a:lvl3pPr marL="756708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3pPr>
            <a:lvl4pPr marL="1031875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4pPr>
            <a:lvl5pPr marL="1307042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5pPr>
            <a:lvl6pPr marL="1582208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6pPr>
            <a:lvl7pPr marL="1857375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7pPr>
            <a:lvl8pPr marL="2132542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8pPr>
            <a:lvl9pPr marL="2407708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3F6A74A-6A85-4B7B-8218-FD30AE6F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31" y="1375833"/>
            <a:ext cx="628650" cy="343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CB851C7-1920-46F3-860A-F4EC6EE96E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7231" y="481542"/>
            <a:ext cx="11158538" cy="7567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20BD34-7C50-4F43-98C0-87CE2B5004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07231" y="1719792"/>
            <a:ext cx="5186363" cy="3852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06375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1pPr>
            <a:lvl2pPr marL="481542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2pPr>
            <a:lvl3pPr marL="756708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3pPr>
            <a:lvl4pPr marL="1031875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4pPr>
            <a:lvl5pPr marL="1307042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5pPr>
            <a:lvl6pPr marL="1582208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6pPr>
            <a:lvl7pPr marL="1857375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7pPr>
            <a:lvl8pPr marL="2132542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8pPr>
            <a:lvl9pPr marL="2407708" indent="-206375">
              <a:lnSpc>
                <a:spcPct val="110000"/>
              </a:lnSpc>
              <a:spcBef>
                <a:spcPts val="0"/>
              </a:spcBef>
              <a:spcAft>
                <a:spcPts val="1083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e2ede2d0af414d" /><Relationship Type="http://schemas.openxmlformats.org/officeDocument/2006/relationships/slideLayout" Target="/ppt/slideLayouts/slideLayout1.xml" Id="R1fe5237740124104" /><Relationship Type="http://schemas.openxmlformats.org/officeDocument/2006/relationships/slideLayout" Target="/ppt/slideLayouts/slideLayout2.xml" Id="R1a8db741626d4b9c" /><Relationship Type="http://schemas.openxmlformats.org/officeDocument/2006/relationships/slideLayout" Target="/ppt/slideLayouts/slideLayout3.xml" Id="R8233f6c899294279" /><Relationship Type="http://schemas.openxmlformats.org/officeDocument/2006/relationships/slideLayout" Target="/ppt/slideLayouts/slideLayout4.xml" Id="Ra6859513a1884c38" /><Relationship Type="http://schemas.openxmlformats.org/officeDocument/2006/relationships/slideLayout" Target="/ppt/slideLayouts/slideLayout5.xml" Id="R2cf01efbd78d40b5" /><Relationship Type="http://schemas.openxmlformats.org/officeDocument/2006/relationships/slideLayout" Target="/ppt/slideLayouts/slideLayout6.xml" Id="R0607aab2eb9a4a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e5237740124104"/>
    <p:sldLayoutId xmlns:r="http://schemas.openxmlformats.org/officeDocument/2006/relationships" id="2147483650" r:id="R1a8db741626d4b9c"/>
    <p:sldLayoutId xmlns:r="http://schemas.openxmlformats.org/officeDocument/2006/relationships" id="2147483651" r:id="R8233f6c899294279"/>
    <p:sldLayoutId xmlns:r="http://schemas.openxmlformats.org/officeDocument/2006/relationships" id="2147483652" r:id="Ra6859513a1884c38"/>
    <p:sldLayoutId xmlns:r="http://schemas.openxmlformats.org/officeDocument/2006/relationships" id="2147483653" r:id="R2cf01efbd78d40b5"/>
    <p:sldLayoutId xmlns:r="http://schemas.openxmlformats.org/officeDocument/2006/relationships" id="2147483654" r:id="R0607aab2eb9a4a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abf8b0d4f7422b" /><Relationship Type="http://schemas.openxmlformats.org/officeDocument/2006/relationships/notesSlide" Target="/ppt/notesSlides/notesSlide1.xml" Id="R4dc7ac65684347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vg-002-circle">
            <a:extLst xmlns:a="http://schemas.openxmlformats.org/drawingml/2006/main">
              <a:ext uri="{FF2B5EF4-FFF2-40B4-BE49-F238E27FC236}">
                <a16:creationId xmlns:a16="http://schemas.microsoft.com/office/drawing/2014/main" id="{638CEABF-EC47-41A9-939F-2B0CB30E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333" y="237782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5C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vg-003-text">
            <a:extLst xmlns:a="http://schemas.openxmlformats.org/drawingml/2006/main">
              <a:ext uri="{FF2B5EF4-FFF2-40B4-BE49-F238E27FC236}">
                <a16:creationId xmlns:a16="http://schemas.microsoft.com/office/drawing/2014/main" id="{415AE2F5-A95A-4B87-B713-44A4C661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587" y="2343150"/>
            <a:ext cx="809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1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Append</a:t>
            </a:r>
          </a:p>
        </p:txBody>
      </p:sp>
      <p:sp>
        <p:nvSpPr>
          <p:cNvPr id="3" name="svg-004-text">
            <a:extLst xmlns:a="http://schemas.openxmlformats.org/drawingml/2006/main">
              <a:ext uri="{FF2B5EF4-FFF2-40B4-BE49-F238E27FC236}">
                <a16:creationId xmlns:a16="http://schemas.microsoft.com/office/drawing/2014/main" id="{AE8CAB97-B38A-4B00-B14E-45DF6F70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1353" y="2367104"/>
            <a:ext cx="10191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170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1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07A"/>
                </a:solidFill>
                <a:latin typeface="Microsoft YaHei"/>
                <a:ea typeface="Microsoft YaHei"/>
                <a:cs typeface="Microsoft YaHei"/>
              </a:rPr>
              <a:t>取消时仍在运行</a:t>
            </a:r>
          </a:p>
        </p:txBody>
      </p:sp>
      <p:sp>
        <p:nvSpPr>
          <p:cNvPr id="4" name="svg-005-path">
            <a:extLst xmlns:a="http://schemas.openxmlformats.org/drawingml/2006/main">
              <a:ext uri="{FF2B5EF4-FFF2-40B4-BE49-F238E27FC236}">
                <a16:creationId xmlns:a16="http://schemas.microsoft.com/office/drawing/2014/main" id="{34A9D01D-F1A4-498E-B900-79B05102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94" y="2496026"/>
            <a:ext cx="8066079" cy="324214"/>
          </a:xfrm>
          <a:custGeom xmlns:a="http://schemas.openxmlformats.org/drawingml/2006/main">
            <a:pathLst>
              <a:path w="8066079" h="324214">
                <a:moveTo>
                  <a:pt x="4033039" y="0"/>
                </a:moveTo>
                <a:lnTo>
                  <a:pt x="4033039" y="209786"/>
                </a:lnTo>
                <a:lnTo>
                  <a:pt x="0" y="209786"/>
                </a:lnTo>
                <a:lnTo>
                  <a:pt x="0" y="324214"/>
                </a:lnTo>
                <a:moveTo>
                  <a:pt x="4033039" y="209786"/>
                </a:moveTo>
                <a:lnTo>
                  <a:pt x="4033039" y="324214"/>
                </a:lnTo>
                <a:moveTo>
                  <a:pt x="4033039" y="209786"/>
                </a:moveTo>
                <a:lnTo>
                  <a:pt x="8066079" y="209786"/>
                </a:lnTo>
                <a:lnTo>
                  <a:pt x="8066079" y="324214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9CA9B1"/>
            </a:solidFill>
            <a:prstDash val="solid"/>
          </a:ln>
        </p:spPr>
      </p:sp>
      <p:sp>
        <p:nvSpPr>
          <p:cNvPr id="5" name="svg-006-circle">
            <a:extLst xmlns:a="http://schemas.openxmlformats.org/drawingml/2006/main">
              <a:ext uri="{FF2B5EF4-FFF2-40B4-BE49-F238E27FC236}">
                <a16:creationId xmlns:a16="http://schemas.microsoft.com/office/drawing/2014/main" id="{3C640CFF-39AE-4FF4-ACF2-91877093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94" y="280121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7B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vg-007-circle">
            <a:extLst xmlns:a="http://schemas.openxmlformats.org/drawingml/2006/main">
              <a:ext uri="{FF2B5EF4-FFF2-40B4-BE49-F238E27FC236}">
                <a16:creationId xmlns:a16="http://schemas.microsoft.com/office/drawing/2014/main" id="{F833942E-91BF-46D1-896E-2E0F84B5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333" y="280121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5C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vg-008-circle">
            <a:extLst xmlns:a="http://schemas.openxmlformats.org/drawingml/2006/main">
              <a:ext uri="{FF2B5EF4-FFF2-40B4-BE49-F238E27FC236}">
                <a16:creationId xmlns:a16="http://schemas.microsoft.com/office/drawing/2014/main" id="{D8903006-EA1E-49C2-ADFC-2DCACDD5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372" y="280121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9CA9B1"/>
            </a:solidFill>
            <a:prstDash val="solid"/>
          </a:ln>
        </p:spPr>
      </p:sp>
      <p:sp>
        <p:nvSpPr>
          <p:cNvPr id="8" name="svg-009-text">
            <a:extLst xmlns:a="http://schemas.openxmlformats.org/drawingml/2006/main">
              <a:ext uri="{FF2B5EF4-FFF2-40B4-BE49-F238E27FC236}">
                <a16:creationId xmlns:a16="http://schemas.microsoft.com/office/drawing/2014/main" id="{19215314-184A-406A-AD94-90DDD68B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42298"/>
            <a:ext cx="71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Scan R</a:t>
            </a:r>
          </a:p>
        </p:txBody>
      </p:sp>
      <p:sp>
        <p:nvSpPr>
          <p:cNvPr id="9" name="svg-010-text">
            <a:extLst xmlns:a="http://schemas.openxmlformats.org/drawingml/2006/main">
              <a:ext uri="{FF2B5EF4-FFF2-40B4-BE49-F238E27FC236}">
                <a16:creationId xmlns:a16="http://schemas.microsoft.com/office/drawing/2014/main" id="{211493E7-8FE3-436F-81EE-0A5A044F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99446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170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1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07A"/>
                </a:solidFill>
                <a:latin typeface="Microsoft YaHei"/>
                <a:ea typeface="Microsoft YaHei"/>
                <a:cs typeface="Microsoft YaHei"/>
              </a:rPr>
              <a:t>已返回 EOF；父算子不再调用</a:t>
            </a:r>
          </a:p>
        </p:txBody>
      </p:sp>
      <p:sp>
        <p:nvSpPr>
          <p:cNvPr id="10" name="svg-011-text">
            <a:extLst xmlns:a="http://schemas.openxmlformats.org/drawingml/2006/main">
              <a:ext uri="{FF2B5EF4-FFF2-40B4-BE49-F238E27FC236}">
                <a16:creationId xmlns:a16="http://schemas.microsoft.com/office/drawing/2014/main" id="{F30DE947-911F-4376-9F0F-76D29DE7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4039" y="2942298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Join J</a:t>
            </a:r>
          </a:p>
        </p:txBody>
      </p:sp>
      <p:sp>
        <p:nvSpPr>
          <p:cNvPr id="11" name="svg-012-text">
            <a:extLst xmlns:a="http://schemas.openxmlformats.org/drawingml/2006/main">
              <a:ext uri="{FF2B5EF4-FFF2-40B4-BE49-F238E27FC236}">
                <a16:creationId xmlns:a16="http://schemas.microsoft.com/office/drawing/2014/main" id="{99C87F82-C655-4C69-8F1D-4C55C53C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4039" y="3099446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170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1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07A"/>
                </a:solidFill>
                <a:latin typeface="Microsoft YaHei"/>
                <a:ea typeface="Microsoft YaHei"/>
                <a:cs typeface="Microsoft YaHei"/>
              </a:rPr>
              <a:t>正在返回连接结果</a:t>
            </a:r>
          </a:p>
        </p:txBody>
      </p:sp>
      <p:sp>
        <p:nvSpPr>
          <p:cNvPr id="12" name="svg-013-text">
            <a:extLst xmlns:a="http://schemas.openxmlformats.org/drawingml/2006/main">
              <a:ext uri="{FF2B5EF4-FFF2-40B4-BE49-F238E27FC236}">
                <a16:creationId xmlns:a16="http://schemas.microsoft.com/office/drawing/2014/main" id="{6677B1E0-26B0-497D-9FC0-405407D2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7079" y="2942298"/>
            <a:ext cx="71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Scan T</a:t>
            </a:r>
          </a:p>
        </p:txBody>
      </p:sp>
      <p:sp>
        <p:nvSpPr>
          <p:cNvPr id="13" name="svg-014-text">
            <a:extLst xmlns:a="http://schemas.openxmlformats.org/drawingml/2006/main">
              <a:ext uri="{FF2B5EF4-FFF2-40B4-BE49-F238E27FC236}">
                <a16:creationId xmlns:a16="http://schemas.microsoft.com/office/drawing/2014/main" id="{F64F7E7B-48BF-4F7D-8745-9AFB2AA6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7079" y="3099446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170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1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07A"/>
                </a:solidFill>
                <a:latin typeface="Microsoft YaHei"/>
                <a:ea typeface="Microsoft YaHei"/>
                <a:cs typeface="Microsoft YaHei"/>
              </a:rPr>
              <a:t>尚未执行</a:t>
            </a:r>
          </a:p>
        </p:txBody>
      </p:sp>
      <p:sp>
        <p:nvSpPr>
          <p:cNvPr id="14" name="svg-015-line">
            <a:extLst xmlns:a="http://schemas.openxmlformats.org/drawingml/2006/main">
              <a:ext uri="{FF2B5EF4-FFF2-40B4-BE49-F238E27FC236}">
                <a16:creationId xmlns:a16="http://schemas.microsoft.com/office/drawing/2014/main" id="{A54E2A43-C71E-469A-AEE9-9D2A8F83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58883"/>
            <a:ext cx="2914787" cy="4763"/>
          </a:xfrm>
          <a:custGeom xmlns:a="http://schemas.openxmlformats.org/drawingml/2006/main">
            <a:pathLst>
              <a:path w="2914787" h="4763">
                <a:moveTo>
                  <a:pt x="0" y="0"/>
                </a:moveTo>
                <a:lnTo>
                  <a:pt x="29147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6DEE2"/>
            </a:solidFill>
            <a:prstDash val="solid"/>
          </a:ln>
        </p:spPr>
      </p:sp>
      <p:sp>
        <p:nvSpPr>
          <p:cNvPr id="15" name="svg-016-line">
            <a:extLst xmlns:a="http://schemas.openxmlformats.org/drawingml/2006/main">
              <a:ext uri="{FF2B5EF4-FFF2-40B4-BE49-F238E27FC236}">
                <a16:creationId xmlns:a16="http://schemas.microsoft.com/office/drawing/2014/main" id="{93547709-62EE-4C7B-A220-5A259E87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4039" y="3258883"/>
            <a:ext cx="2914787" cy="4763"/>
          </a:xfrm>
          <a:custGeom xmlns:a="http://schemas.openxmlformats.org/drawingml/2006/main">
            <a:pathLst>
              <a:path w="2914787" h="4763">
                <a:moveTo>
                  <a:pt x="0" y="0"/>
                </a:moveTo>
                <a:lnTo>
                  <a:pt x="29147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6DEE2"/>
            </a:solidFill>
            <a:prstDash val="solid"/>
          </a:ln>
        </p:spPr>
      </p:sp>
      <p:sp>
        <p:nvSpPr>
          <p:cNvPr id="16" name="svg-017-line">
            <a:extLst xmlns:a="http://schemas.openxmlformats.org/drawingml/2006/main">
              <a:ext uri="{FF2B5EF4-FFF2-40B4-BE49-F238E27FC236}">
                <a16:creationId xmlns:a16="http://schemas.microsoft.com/office/drawing/2014/main" id="{BC5F37C8-0C68-4045-A9A2-1A41650D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7079" y="3258883"/>
            <a:ext cx="2914787" cy="4763"/>
          </a:xfrm>
          <a:custGeom xmlns:a="http://schemas.openxmlformats.org/drawingml/2006/main">
            <a:pathLst>
              <a:path w="2914787" h="4763">
                <a:moveTo>
                  <a:pt x="0" y="0"/>
                </a:moveTo>
                <a:lnTo>
                  <a:pt x="29147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6DEE2"/>
            </a:solidFill>
            <a:prstDash val="solid"/>
          </a:ln>
        </p:spPr>
      </p:sp>
      <p:sp>
        <p:nvSpPr>
          <p:cNvPr id="17" name="svg-018-text">
            <a:extLst xmlns:a="http://schemas.openxmlformats.org/drawingml/2006/main">
              <a:ext uri="{FF2B5EF4-FFF2-40B4-BE49-F238E27FC236}">
                <a16:creationId xmlns:a16="http://schemas.microsoft.com/office/drawing/2014/main" id="{92F4B0C8-F7F4-4142-9E6E-C452E5A8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20522"/>
            <a:ext cx="76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E = 1,000</a:t>
            </a:r>
          </a:p>
        </p:txBody>
      </p:sp>
      <p:sp>
        <p:nvSpPr>
          <p:cNvPr id="18" name="svg-019-text">
            <a:extLst xmlns:a="http://schemas.openxmlformats.org/drawingml/2006/main">
              <a:ext uri="{FF2B5EF4-FFF2-40B4-BE49-F238E27FC236}">
                <a16:creationId xmlns:a16="http://schemas.microsoft.com/office/drawing/2014/main" id="{45CA24FC-E12E-46F4-8413-A824CAC4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80722"/>
            <a:ext cx="628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A = 120</a:t>
            </a:r>
          </a:p>
        </p:txBody>
      </p:sp>
      <p:sp>
        <p:nvSpPr>
          <p:cNvPr id="19" name="svg-020-text">
            <a:extLst xmlns:a="http://schemas.openxmlformats.org/drawingml/2006/main">
              <a:ext uri="{FF2B5EF4-FFF2-40B4-BE49-F238E27FC236}">
                <a16:creationId xmlns:a16="http://schemas.microsoft.com/office/drawing/2014/main" id="{248A40EE-FD3F-41C2-B01B-76E1AD75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4039" y="3320522"/>
            <a:ext cx="76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E = 1,000</a:t>
            </a:r>
          </a:p>
        </p:txBody>
      </p:sp>
      <p:sp>
        <p:nvSpPr>
          <p:cNvPr id="20" name="svg-021-text">
            <a:extLst xmlns:a="http://schemas.openxmlformats.org/drawingml/2006/main">
              <a:ext uri="{FF2B5EF4-FFF2-40B4-BE49-F238E27FC236}">
                <a16:creationId xmlns:a16="http://schemas.microsoft.com/office/drawing/2014/main" id="{34435031-E8B0-44AC-9557-D36E0DAC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4039" y="3480722"/>
            <a:ext cx="800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A = 2,400</a:t>
            </a:r>
          </a:p>
        </p:txBody>
      </p:sp>
      <p:sp>
        <p:nvSpPr>
          <p:cNvPr id="21" name="svg-022-text">
            <a:extLst xmlns:a="http://schemas.openxmlformats.org/drawingml/2006/main">
              <a:ext uri="{FF2B5EF4-FFF2-40B4-BE49-F238E27FC236}">
                <a16:creationId xmlns:a16="http://schemas.microsoft.com/office/drawing/2014/main" id="{F007BC9C-AC77-418A-AFC6-8DE5C08D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7079" y="3320522"/>
            <a:ext cx="76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E = 1,000</a:t>
            </a:r>
          </a:p>
        </p:txBody>
      </p:sp>
      <p:sp>
        <p:nvSpPr>
          <p:cNvPr id="22" name="svg-023-text">
            <a:extLst xmlns:a="http://schemas.openxmlformats.org/drawingml/2006/main">
              <a:ext uri="{FF2B5EF4-FFF2-40B4-BE49-F238E27FC236}">
                <a16:creationId xmlns:a16="http://schemas.microsoft.com/office/drawing/2014/main" id="{08D69A21-02E2-4AC4-9368-680D808C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7079" y="3480722"/>
            <a:ext cx="10572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A = —（未执行）</a:t>
            </a:r>
          </a:p>
        </p:txBody>
      </p:sp>
      <p:sp>
        <p:nvSpPr>
          <p:cNvPr id="23" name="svg-024-text">
            <a:extLst xmlns:a="http://schemas.openxmlformats.org/drawingml/2006/main">
              <a:ext uri="{FF2B5EF4-FFF2-40B4-BE49-F238E27FC236}">
                <a16:creationId xmlns:a16="http://schemas.microsoft.com/office/drawing/2014/main" id="{0566E3A4-63F7-4C14-AB19-44187268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67316"/>
            <a:ext cx="1038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5" b="1">
                <a:solidFill>
                  <a:srgbClr val="1D7B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5" b="1">
                <a:solidFill>
                  <a:srgbClr val="1D7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1">
                <a:solidFill>
                  <a:srgbClr val="1D7B74"/>
                </a:solidFill>
                <a:latin typeface="Microsoft YaHei"/>
                <a:ea typeface="Microsoft YaHei"/>
                <a:cs typeface="Microsoft YaHei"/>
              </a:rPr>
              <a:t>EXACT(120)</a:t>
            </a:r>
          </a:p>
        </p:txBody>
      </p:sp>
      <p:sp>
        <p:nvSpPr>
          <p:cNvPr id="24" name="svg-025-text">
            <a:extLst xmlns:a="http://schemas.openxmlformats.org/drawingml/2006/main">
              <a:ext uri="{FF2B5EF4-FFF2-40B4-BE49-F238E27FC236}">
                <a16:creationId xmlns:a16="http://schemas.microsoft.com/office/drawing/2014/main" id="{1B57846B-776D-4FCC-83DF-684587BE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4039" y="3667316"/>
            <a:ext cx="1819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5" b="1">
                <a:solidFill>
                  <a:srgbClr val="275C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5" b="1">
                <a:solidFill>
                  <a:srgbClr val="275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1">
                <a:solidFill>
                  <a:srgbClr val="275C85"/>
                </a:solidFill>
                <a:latin typeface="Microsoft YaHei"/>
                <a:ea typeface="Microsoft YaHei"/>
                <a:cs typeface="Microsoft YaHei"/>
              </a:rPr>
              <a:t>LOWER_BOUND(2,400)</a:t>
            </a:r>
          </a:p>
        </p:txBody>
      </p:sp>
      <p:sp>
        <p:nvSpPr>
          <p:cNvPr id="25" name="svg-026-text">
            <a:extLst xmlns:a="http://schemas.openxmlformats.org/drawingml/2006/main">
              <a:ext uri="{FF2B5EF4-FFF2-40B4-BE49-F238E27FC236}">
                <a16:creationId xmlns:a16="http://schemas.microsoft.com/office/drawing/2014/main" id="{7419E1E9-6472-4121-9A71-9CB236EB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7079" y="3667316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NONE</a:t>
            </a:r>
          </a:p>
        </p:txBody>
      </p:sp>
      <p:sp>
        <p:nvSpPr>
          <p:cNvPr id="26" name="svg-027-line">
            <a:extLst xmlns:a="http://schemas.openxmlformats.org/drawingml/2006/main">
              <a:ext uri="{FF2B5EF4-FFF2-40B4-BE49-F238E27FC236}">
                <a16:creationId xmlns:a16="http://schemas.microsoft.com/office/drawing/2014/main" id="{2679115A-0968-4594-9911-E5FF1B59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918754"/>
            <a:ext cx="10980866" cy="4763"/>
          </a:xfrm>
          <a:custGeom xmlns:a="http://schemas.openxmlformats.org/drawingml/2006/main">
            <a:pathLst>
              <a:path w="10980866" h="4763">
                <a:moveTo>
                  <a:pt x="0" y="0"/>
                </a:moveTo>
                <a:lnTo>
                  <a:pt x="109808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6B1B8"/>
            </a:solidFill>
            <a:prstDash val="solid"/>
          </a:ln>
        </p:spPr>
      </p:sp>
      <p:sp>
        <p:nvSpPr>
          <p:cNvPr id="27" name="svg-028-text">
            <a:extLst xmlns:a="http://schemas.openxmlformats.org/drawingml/2006/main">
              <a:ext uri="{FF2B5EF4-FFF2-40B4-BE49-F238E27FC236}">
                <a16:creationId xmlns:a16="http://schemas.microsoft.com/office/drawing/2014/main" id="{5CDA6101-45AA-4FCE-AE24-393B580B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971849"/>
            <a:ext cx="1590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1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下一轮 Rows Hint</a:t>
            </a:r>
          </a:p>
        </p:txBody>
      </p:sp>
      <p:sp>
        <p:nvSpPr>
          <p:cNvPr id="28" name="svg-029-text">
            <a:extLst xmlns:a="http://schemas.openxmlformats.org/drawingml/2006/main">
              <a:ext uri="{FF2B5EF4-FFF2-40B4-BE49-F238E27FC236}">
                <a16:creationId xmlns:a16="http://schemas.microsoft.com/office/drawing/2014/main" id="{695A649D-1339-4C63-BECC-6BB6D21D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78735"/>
            <a:ext cx="8477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R：采用 120</a:t>
            </a:r>
          </a:p>
        </p:txBody>
      </p:sp>
      <p:sp>
        <p:nvSpPr>
          <p:cNvPr id="29" name="svg-030-text">
            <a:extLst xmlns:a="http://schemas.openxmlformats.org/drawingml/2006/main">
              <a:ext uri="{FF2B5EF4-FFF2-40B4-BE49-F238E27FC236}">
                <a16:creationId xmlns:a16="http://schemas.microsoft.com/office/drawing/2014/main" id="{6F26D4BE-7830-446C-8030-9801E283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4039" y="4178735"/>
            <a:ext cx="10191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J：至少 2,400</a:t>
            </a:r>
          </a:p>
        </p:txBody>
      </p:sp>
      <p:sp>
        <p:nvSpPr>
          <p:cNvPr id="30" name="svg-031-text">
            <a:extLst xmlns:a="http://schemas.openxmlformats.org/drawingml/2006/main">
              <a:ext uri="{FF2B5EF4-FFF2-40B4-BE49-F238E27FC236}">
                <a16:creationId xmlns:a16="http://schemas.microsoft.com/office/drawing/2014/main" id="{A1687A68-3F66-4679-B4E8-5E0CBC2C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7079" y="4178735"/>
            <a:ext cx="971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T：沿用已有值</a:t>
            </a:r>
          </a:p>
        </p:txBody>
      </p:sp>
      <p:sp>
        <p:nvSpPr>
          <p:cNvPr id="31" name="svg-032-text">
            <a:extLst xmlns:a="http://schemas.openxmlformats.org/drawingml/2006/main">
              <a:ext uri="{FF2B5EF4-FFF2-40B4-BE49-F238E27FC236}">
                <a16:creationId xmlns:a16="http://schemas.microsoft.com/office/drawing/2014/main" id="{AB20B095-41A1-4C13-B41C-1A2A8176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11864"/>
            <a:ext cx="403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573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573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37C"/>
                </a:solidFill>
                <a:latin typeface="Microsoft YaHei"/>
                <a:ea typeface="Microsoft YaHei"/>
                <a:cs typeface="Microsoft YaHei"/>
              </a:rPr>
              <a:t>未执行的算子没有 A-rows；已执行但返回零行的算子，A-rows = 0。</a:t>
            </a:r>
          </a:p>
        </p:txBody>
      </p:sp>
    </p:spTree>
    <p:extLst>
      <p:ext uri="{BB962C8B-B14F-4D97-AF65-F5344CB8AC3E}">
        <p14:creationId xmlns:p14="http://schemas.microsoft.com/office/powerpoint/2010/main" val="13264770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2026-10-10T03:04:43.8000000Z</dcterms:created>
  <dcterms:modified xsi:type="dcterms:W3CDTF">2026-10-10T03:04:43.8000000Z</dcterms:modified>
</coreProperties>
</file>