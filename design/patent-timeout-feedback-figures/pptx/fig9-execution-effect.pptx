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10c1ac104c40c4" /><Relationship Type="http://schemas.openxmlformats.org/officeDocument/2006/relationships/extended-properties" Target="/docProps/app.xml" Id="R9b89ebc137594f29" /><Relationship Type="http://schemas.openxmlformats.org/officeDocument/2006/relationships/officeDocument" Target="/ppt/presentation.xml" Id="R129cd3a3133044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a894d06a4e4ea0"/>
  </p:sldMasterIdLst>
  <p:notesMasterIdLst>
    <p:notesMasterId xmlns:r="http://schemas.openxmlformats.org/officeDocument/2006/relationships" r:id="Rd89e7d6596504ce0"/>
  </p:notesMasterIdLst>
  <p:sldIdLst>
    <p:sldId xmlns:r="http://schemas.openxmlformats.org/officeDocument/2006/relationships" id="256" r:id="Rc38a8d776c704b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b045a5008941eb" /><Relationship Type="http://schemas.openxmlformats.org/officeDocument/2006/relationships/slideMaster" Target="/ppt/slideMasters/slideMaster1.xml" Id="R82a894d06a4e4ea0" /><Relationship Type="http://schemas.openxmlformats.org/officeDocument/2006/relationships/notesMaster" Target="/ppt/notesMasters/notesMaster1.xml" Id="Rd89e7d6596504ce0" /><Relationship Type="http://schemas.openxmlformats.org/officeDocument/2006/relationships/presProps" Target="/ppt/presProps.xml" Id="R9327c4533d0143d7" /><Relationship Type="http://schemas.openxmlformats.org/officeDocument/2006/relationships/tableStyles" Target="/ppt/tableStyles.xml" Id="R20f00eff2af347db" /><Relationship Type="http://schemas.openxmlformats.org/officeDocument/2006/relationships/slide" Target="/ppt/slides/slide1.xml" Id="Rc38a8d776c704b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fa4a440a9c44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588f3365c7425c" /><Relationship Type="http://schemas.openxmlformats.org/officeDocument/2006/relationships/notesMaster" Target="/ppt/notesMasters/notesMaster1.xml" Id="Rd7c8f3903aa640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d7514f4e144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a358d402540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ddb70d708d45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62bdb7f0245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609dde2c2047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3f50aac3342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6B7522-A6FB-48AA-B2D5-78822A4A4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11AA11-A814-445B-8890-777080E9BE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3114BA-0E69-4C78-A451-883B74AFD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6BEFB5-843A-483F-B2C8-5EACBF2491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302DA7-D99F-4B5B-8925-D92C9863F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6674BF-5F2C-49F0-A3AA-2ABEDA9857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095804-73F3-4C38-9D20-7C2D48E6C8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AD3E95-47D7-46AC-8898-F334C47B0C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7EA826-6D7A-42AA-ADD9-800861CA99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88B55A-AD38-49EA-A278-03C2658F07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ab7c1dbfde4a1d" /><Relationship Type="http://schemas.openxmlformats.org/officeDocument/2006/relationships/slideLayout" Target="/ppt/slideLayouts/slideLayout1.xml" Id="R68dde49e6c70449c" /><Relationship Type="http://schemas.openxmlformats.org/officeDocument/2006/relationships/slideLayout" Target="/ppt/slideLayouts/slideLayout2.xml" Id="R3ebe4d0a4c34435e" /><Relationship Type="http://schemas.openxmlformats.org/officeDocument/2006/relationships/slideLayout" Target="/ppt/slideLayouts/slideLayout3.xml" Id="R4e5b9722c483440f" /><Relationship Type="http://schemas.openxmlformats.org/officeDocument/2006/relationships/slideLayout" Target="/ppt/slideLayouts/slideLayout4.xml" Id="R1d000468f03c44ea" /><Relationship Type="http://schemas.openxmlformats.org/officeDocument/2006/relationships/slideLayout" Target="/ppt/slideLayouts/slideLayout5.xml" Id="R72e2edc7585c41aa" /><Relationship Type="http://schemas.openxmlformats.org/officeDocument/2006/relationships/slideLayout" Target="/ppt/slideLayouts/slideLayout6.xml" Id="R37537d894add42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dde49e6c70449c"/>
    <p:sldLayoutId xmlns:r="http://schemas.openxmlformats.org/officeDocument/2006/relationships" id="2147483650" r:id="R3ebe4d0a4c34435e"/>
    <p:sldLayoutId xmlns:r="http://schemas.openxmlformats.org/officeDocument/2006/relationships" id="2147483651" r:id="R4e5b9722c483440f"/>
    <p:sldLayoutId xmlns:r="http://schemas.openxmlformats.org/officeDocument/2006/relationships" id="2147483652" r:id="R1d000468f03c44ea"/>
    <p:sldLayoutId xmlns:r="http://schemas.openxmlformats.org/officeDocument/2006/relationships" id="2147483653" r:id="R72e2edc7585c41aa"/>
    <p:sldLayoutId xmlns:r="http://schemas.openxmlformats.org/officeDocument/2006/relationships" id="2147483654" r:id="R37537d894add42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9f793859124b3a" /><Relationship Type="http://schemas.openxmlformats.org/officeDocument/2006/relationships/chart" Target="/ppt/slides/charts/chart1.xml" Id="R5404938466fd40bc" /><Relationship Type="http://schemas.openxmlformats.org/officeDocument/2006/relationships/chart" Target="/ppt/slides/charts/chart2.xml" Id="Ra760295949144245" /><Relationship Type="http://schemas.openxmlformats.org/officeDocument/2006/relationships/notesSlide" Target="/ppt/notesSlides/notesSlide1.xml" Id="Rcfde73a0368645c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JOB</c:v>
          </c:tx>
          <c:dPt>
            <c:idx val="0"/>
            <c:invertIfNegative val="0"/>
            <c:spPr>
              <a:solidFill xmlns:a="http://schemas.openxmlformats.org/drawingml/2006/main">
                <a:srgbClr val="E3E8E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8A4A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C5C84"/>
              </a:solidFill>
            </c:spPr>
          </c:dPt>
          <c:cat>
            <c:strLit>
              <c:ptCount val="3"/>
              <c:pt idx="0">
                <c:v>原始 SQL</c:v>
              </c:pt>
              <c:pt idx="1">
                <c:v>不设单轮超时</c:v>
              </c:pt>
              <c:pt idx="2">
                <c:v>单轮 10 秒部分反馈</c:v>
              </c:pt>
            </c:strLit>
          </c:cat>
          <c:val>
            <c:numLit>
              <c:formatCode>#,##0</c:formatCode>
              <c:ptCount val="3"/>
              <c:pt idx="0">
                <c:v>456</c:v>
              </c:pt>
              <c:pt idx="1">
                <c:v>190</c:v>
              </c:pt>
              <c:pt idx="2">
                <c:v>168</c:v>
              </c:pt>
            </c:numLit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2431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17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7144">
              <a:solidFill>
                <a:srgbClr val="D5DDE2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3717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371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JOB-complex</c:v>
          </c:tx>
          <c:dPt>
            <c:idx val="0"/>
            <c:invertIfNegative val="0"/>
            <c:spPr>
              <a:solidFill xmlns:a="http://schemas.openxmlformats.org/drawingml/2006/main">
                <a:srgbClr val="E3E8E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8A4A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C5C84"/>
              </a:solidFill>
            </c:spPr>
          </c:dPt>
          <c:cat>
            <c:strLit>
              <c:ptCount val="3"/>
              <c:pt idx="0">
                <c:v>原始 SQL</c:v>
              </c:pt>
              <c:pt idx="1">
                <c:v>不设单轮超时</c:v>
              </c:pt>
              <c:pt idx="2">
                <c:v>单轮 10 秒部分反馈</c:v>
              </c:pt>
            </c:strLit>
          </c:cat>
          <c:val>
            <c:numLit>
              <c:formatCode>#,##0</c:formatCode>
              <c:ptCount val="3"/>
              <c:pt idx="0">
                <c:v>332</c:v>
              </c:pt>
              <c:pt idx="1">
                <c:v>48</c:v>
              </c:pt>
              <c:pt idx="2">
                <c:v>47</c:v>
              </c:pt>
            </c:numLit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2431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17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7144">
              <a:solidFill>
                <a:srgbClr val="D5DDE2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3717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371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6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70563145-73EB-40AE-A92C-340057DB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33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完整执行时间总和（秒）</a:t>
            </a:r>
          </a:p>
        </p:txBody>
      </p:sp>
      <p:sp>
        <p:nvSpPr>
          <p:cNvPr id="2" name="job-title">
            <a:extLst xmlns:a="http://schemas.openxmlformats.org/drawingml/2006/main">
              <a:ext uri="{FF2B5EF4-FFF2-40B4-BE49-F238E27FC236}">
                <a16:creationId xmlns:a16="http://schemas.microsoft.com/office/drawing/2014/main" id="{BC155D96-21A9-4A34-9367-1BD78879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43150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JOB（113 条）</a:t>
            </a:r>
          </a:p>
        </p:txBody>
      </p:sp>
      <p:sp>
        <p:nvSpPr>
          <p:cNvPr id="3" name="complex-title">
            <a:extLst xmlns:a="http://schemas.openxmlformats.org/drawingml/2006/main">
              <a:ext uri="{FF2B5EF4-FFF2-40B4-BE49-F238E27FC236}">
                <a16:creationId xmlns:a16="http://schemas.microsoft.com/office/drawing/2014/main" id="{DDABC2A0-7A69-4A8B-A392-6FB5C7DA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JOB-complex（30 条）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8855F68-8813-4788-A1E1-D799737AD05C}"/>
              </a:ext>
            </a:extLst>
          </p:cNvPr>
          <p:cNvGraphicFramePr/>
          <p:nvPr/>
        </p:nvGraphicFramePr>
        <p:xfrm>
          <a:off xmlns:a="http://schemas.openxmlformats.org/drawingml/2006/main" x="285750" y="2571750"/>
          <a:ext xmlns:a="http://schemas.openxmlformats.org/drawingml/2006/main" cx="5667375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04938466fd40bc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A242A7D-6844-42A9-B443-6506C01C4DD7}"/>
              </a:ext>
            </a:extLst>
          </p:cNvPr>
          <p:cNvGraphicFramePr/>
          <p:nvPr/>
        </p:nvGraphicFramePr>
        <p:xfrm>
          <a:off xmlns:a="http://schemas.openxmlformats.org/drawingml/2006/main" x="6286500" y="2571750"/>
          <a:ext xmlns:a="http://schemas.openxmlformats.org/drawingml/2006/main" cx="56197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60295949144245"/>
          </a:graphicData>
        </a:graphic>
      </p:graphicFrame>
      <p:sp>
        <p:nvSpPr>
          <p:cNvPr id="6" name="footnote">
            <a:extLst xmlns:a="http://schemas.openxmlformats.org/drawingml/2006/main">
              <a:ext uri="{FF2B5EF4-FFF2-40B4-BE49-F238E27FC236}">
                <a16:creationId xmlns:a16="http://schemas.microsoft.com/office/drawing/2014/main" id="{1324676E-B653-4BC0-AA39-4E2CFA63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00550"/>
            <a:ext cx="1152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0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JOB 的 168 秒包含两条未正式交付的恢复候选；仅采用正式交付候选并回填原 SQL 时约为 205 秒。</a:t>
            </a:r>
          </a:p>
        </p:txBody>
      </p:sp>
    </p:spTree>
    <p:extLst>
      <p:ext uri="{BB962C8B-B14F-4D97-AF65-F5344CB8AC3E}">
        <p14:creationId xmlns:p14="http://schemas.microsoft.com/office/powerpoint/2010/main" val="86586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2026-10-10T03:11:05.7270000Z</dcterms:created>
  <dcterms:modified xsi:type="dcterms:W3CDTF">2026-10-10T03:11:05.7270000Z</dcterms:modified>
</coreProperties>
</file>