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35d85d5ac542ab" /><Relationship Type="http://schemas.openxmlformats.org/officeDocument/2006/relationships/extended-properties" Target="/docProps/app.xml" Id="Rf60f0e2d091d4cd5" /><Relationship Type="http://schemas.openxmlformats.org/officeDocument/2006/relationships/officeDocument" Target="/ppt/presentation.xml" Id="Re80f93045cc946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6e3d15b5454347"/>
  </p:sldMasterIdLst>
  <p:notesMasterIdLst>
    <p:notesMasterId xmlns:r="http://schemas.openxmlformats.org/officeDocument/2006/relationships" r:id="Rfa56741159044163"/>
  </p:notesMasterIdLst>
  <p:sldIdLst>
    <p:sldId xmlns:r="http://schemas.openxmlformats.org/officeDocument/2006/relationships" id="256" r:id="R763e7e0ad6b646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c1a88541e34183" /><Relationship Type="http://schemas.openxmlformats.org/officeDocument/2006/relationships/slideMaster" Target="/ppt/slideMasters/slideMaster1.xml" Id="R056e3d15b5454347" /><Relationship Type="http://schemas.openxmlformats.org/officeDocument/2006/relationships/notesMaster" Target="/ppt/notesMasters/notesMaster1.xml" Id="Rfa56741159044163" /><Relationship Type="http://schemas.openxmlformats.org/officeDocument/2006/relationships/presProps" Target="/ppt/presProps.xml" Id="R95fadc4e7d68442d" /><Relationship Type="http://schemas.openxmlformats.org/officeDocument/2006/relationships/tableStyles" Target="/ppt/tableStyles.xml" Id="Rc715c61d3cbf4ec9" /><Relationship Type="http://schemas.openxmlformats.org/officeDocument/2006/relationships/slide" Target="/ppt/slides/slide1.xml" Id="R763e7e0ad6b646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3d7be8236744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669c80a714a8e" /><Relationship Type="http://schemas.openxmlformats.org/officeDocument/2006/relationships/notesMaster" Target="/ppt/notesMasters/notesMaster1.xml" Id="Re0a8b81ea21646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ce7adeed0d4d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284219fd749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b3833758649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c5a6d677b44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2f05b3a54e4b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393f4d46d49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2C5173-4D73-422D-A57D-4760F7B63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176E4F-C42F-4F57-94E6-8E7FFF1D7B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4C4A3E-759C-4F28-8BFC-0FE6046D4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5AE7F5-351A-4D61-BFBF-ABE7866B6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E90CC3-7211-443F-A3C0-2F0290503C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56D0522-F8FA-42EB-BEE9-7DEF9F3D95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6C4746-830E-4A14-B1AB-4DC2672CD4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41B2FD-4699-4B87-9169-FF87A44C6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C909EB-FF75-438E-BF1E-9CB51F96D3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954EBA-136F-449B-8EE3-1AD0C82F8F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7f995c65064b4d" /><Relationship Type="http://schemas.openxmlformats.org/officeDocument/2006/relationships/slideLayout" Target="/ppt/slideLayouts/slideLayout1.xml" Id="R2218f91d568f4182" /><Relationship Type="http://schemas.openxmlformats.org/officeDocument/2006/relationships/slideLayout" Target="/ppt/slideLayouts/slideLayout2.xml" Id="Rc39480bcefa8414c" /><Relationship Type="http://schemas.openxmlformats.org/officeDocument/2006/relationships/slideLayout" Target="/ppt/slideLayouts/slideLayout3.xml" Id="Re0c801ffac9f42e5" /><Relationship Type="http://schemas.openxmlformats.org/officeDocument/2006/relationships/slideLayout" Target="/ppt/slideLayouts/slideLayout4.xml" Id="R0039c404b1784b1c" /><Relationship Type="http://schemas.openxmlformats.org/officeDocument/2006/relationships/slideLayout" Target="/ppt/slideLayouts/slideLayout5.xml" Id="R20df6f0ed60a429c" /><Relationship Type="http://schemas.openxmlformats.org/officeDocument/2006/relationships/slideLayout" Target="/ppt/slideLayouts/slideLayout6.xml" Id="R45e06e87a72c4e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18f91d568f4182"/>
    <p:sldLayoutId xmlns:r="http://schemas.openxmlformats.org/officeDocument/2006/relationships" id="2147483650" r:id="Rc39480bcefa8414c"/>
    <p:sldLayoutId xmlns:r="http://schemas.openxmlformats.org/officeDocument/2006/relationships" id="2147483651" r:id="Re0c801ffac9f42e5"/>
    <p:sldLayoutId xmlns:r="http://schemas.openxmlformats.org/officeDocument/2006/relationships" id="2147483652" r:id="R0039c404b1784b1c"/>
    <p:sldLayoutId xmlns:r="http://schemas.openxmlformats.org/officeDocument/2006/relationships" id="2147483653" r:id="R20df6f0ed60a429c"/>
    <p:sldLayoutId xmlns:r="http://schemas.openxmlformats.org/officeDocument/2006/relationships" id="2147483654" r:id="R45e06e87a72c4e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d69e720034d1d" /><Relationship Type="http://schemas.openxmlformats.org/officeDocument/2006/relationships/chart" Target="/ppt/slides/charts/chart1.xml" Id="Red7711ee10b14be2" /><Relationship Type="http://schemas.openxmlformats.org/officeDocument/2006/relationships/notesSlide" Target="/ppt/notesSlides/notesSlide1.xml" Id="R0709bfec0eef49f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不设单轮超时</c:v>
          </c:tx>
          <c:spPr>
            <a:solidFill xmlns:a="http://schemas.openxmlformats.org/drawingml/2006/main">
              <a:srgbClr val="98A4AC"/>
            </a:solidFill>
          </c:spPr>
          <c:cat>
            <c:strLit>
              <c:ptCount val="2"/>
              <c:pt idx="0">
                <c:v>JOB（113 条）</c:v>
              </c:pt>
              <c:pt idx="1">
                <c:v>JOB-complex（30 条）</c:v>
              </c:pt>
            </c:strLit>
          </c:cat>
          <c:val>
            <c:numLit>
              <c:formatCode>#,##0</c:formatCode>
              <c:ptCount val="2"/>
              <c:pt idx="0">
                <c:v>2348</c:v>
              </c:pt>
              <c:pt idx="1">
                <c:v>1002</c:v>
              </c:pt>
            </c:numLit>
          </c:val>
        </c:ser>
        <c:ser>
          <c:idx val="1"/>
          <c:order val="1"/>
          <c:tx>
            <c:v>单轮 10 秒部分反馈</c:v>
          </c:tx>
          <c:spPr>
            <a:solidFill xmlns:a="http://schemas.openxmlformats.org/drawingml/2006/main">
              <a:srgbClr val="2C5C84"/>
            </a:solidFill>
          </c:spPr>
          <c:cat>
            <c:strLit>
              <c:ptCount val="2"/>
              <c:pt idx="0">
                <c:v>JOB（113 条）</c:v>
              </c:pt>
              <c:pt idx="1">
                <c:v>JOB-complex（30 条）</c:v>
              </c:pt>
            </c:strLit>
          </c:cat>
          <c:val>
            <c:numLit>
              <c:formatCode>#,##0</c:formatCode>
              <c:ptCount val="2"/>
              <c:pt idx="0">
                <c:v>1599</c:v>
              </c:pt>
              <c:pt idx="1">
                <c:v>583</c:v>
              </c:pt>
            </c:numLit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2431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63717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500"/>
          <c:min val="0"/>
        </c:scaling>
        <c:delete val="0"/>
        <c:axPos val="l"/>
        <c:majorGridlines>
          <c:spPr>
            <a:ln xmlns:a="http://schemas.openxmlformats.org/drawingml/2006/main" w="7144">
              <a:solidFill>
                <a:srgbClr val="D5DDE2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63717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371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824703A-8ADE-4726-ACFD-0A4429E7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33625"/>
            <a:ext cx="2952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调优总时长（秒）</a:t>
            </a:r>
          </a:p>
        </p:txBody>
      </p:sp>
      <p:sp>
        <p:nvSpPr>
          <p:cNvPr id="2" name="legend1">
            <a:extLst xmlns:a="http://schemas.openxmlformats.org/drawingml/2006/main">
              <a:ext uri="{FF2B5EF4-FFF2-40B4-BE49-F238E27FC236}">
                <a16:creationId xmlns:a16="http://schemas.microsoft.com/office/drawing/2014/main" id="{753CC834-030C-4C99-92E4-9BE9E3A4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43150"/>
            <a:ext cx="2524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灰色：不设单轮超时</a:t>
            </a:r>
          </a:p>
        </p:txBody>
      </p:sp>
      <p:sp>
        <p:nvSpPr>
          <p:cNvPr id="3" name="legend2">
            <a:extLst xmlns:a="http://schemas.openxmlformats.org/drawingml/2006/main">
              <a:ext uri="{FF2B5EF4-FFF2-40B4-BE49-F238E27FC236}">
                <a16:creationId xmlns:a16="http://schemas.microsoft.com/office/drawing/2014/main" id="{65574FCC-1855-4657-B36C-0543286D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蓝色：单轮 10 秒部分反馈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8812FF7-AC30-4AAF-8479-D847BE1DC1D4}"/>
              </a:ext>
            </a:extLst>
          </p:cNvPr>
          <p:cNvGraphicFramePr/>
          <p:nvPr/>
        </p:nvGraphicFramePr>
        <p:xfrm>
          <a:off xmlns:a="http://schemas.openxmlformats.org/drawingml/2006/main" x="285750" y="2571750"/>
          <a:ext xmlns:a="http://schemas.openxmlformats.org/drawingml/2006/main" cx="116205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7711ee10b14be2"/>
          </a:graphicData>
        </a:graphic>
      </p:graphicFrame>
      <p:sp>
        <p:nvSpPr>
          <p:cNvPr id="5" name="footnote">
            <a:extLst xmlns:a="http://schemas.openxmlformats.org/drawingml/2006/main">
              <a:ext uri="{FF2B5EF4-FFF2-40B4-BE49-F238E27FC236}">
                <a16:creationId xmlns:a16="http://schemas.microsoft.com/office/drawing/2014/main" id="{34853193-5AEA-44D5-AD0A-2F83B7A3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00550"/>
            <a:ext cx="1152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每条 SQL 的全局搜索预算为 300 秒，patience-iters=5；两组使用不同代码版本。</a:t>
            </a:r>
          </a:p>
        </p:txBody>
      </p:sp>
    </p:spTree>
    <p:extLst>
      <p:ext uri="{BB962C8B-B14F-4D97-AF65-F5344CB8AC3E}">
        <p14:creationId xmlns:p14="http://schemas.microsoft.com/office/powerpoint/2010/main" val="992597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2026-10-10T03:11:02.9470000Z</dcterms:created>
  <dcterms:modified xsi:type="dcterms:W3CDTF">2026-10-10T03:11:02.9470000Z</dcterms:modified>
</coreProperties>
</file>