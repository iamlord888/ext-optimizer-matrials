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c8d0afdf94e22" /><Relationship Type="http://schemas.openxmlformats.org/officeDocument/2006/relationships/extended-properties" Target="/docProps/app.xml" Id="Rb1152a9b9e3d488b" /><Relationship Type="http://schemas.openxmlformats.org/officeDocument/2006/relationships/officeDocument" Target="/ppt/presentation.xml" Id="R4fdba6a3fa1e46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7cc2633804538"/>
  </p:sldMasterIdLst>
  <p:notesMasterIdLst>
    <p:notesMasterId xmlns:r="http://schemas.openxmlformats.org/officeDocument/2006/relationships" r:id="Rc9091750dc28410b"/>
  </p:notesMasterIdLst>
  <p:sldIdLst>
    <p:sldId xmlns:r="http://schemas.openxmlformats.org/officeDocument/2006/relationships" id="256" r:id="Re10d5ff652234d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70cc349ca4d38" /><Relationship Type="http://schemas.openxmlformats.org/officeDocument/2006/relationships/slideMaster" Target="/ppt/slideMasters/slideMaster1.xml" Id="R3437cc2633804538" /><Relationship Type="http://schemas.openxmlformats.org/officeDocument/2006/relationships/notesMaster" Target="/ppt/notesMasters/notesMaster1.xml" Id="Rc9091750dc28410b" /><Relationship Type="http://schemas.openxmlformats.org/officeDocument/2006/relationships/presProps" Target="/ppt/presProps.xml" Id="R1be1859a90cf466f" /><Relationship Type="http://schemas.openxmlformats.org/officeDocument/2006/relationships/tableStyles" Target="/ppt/tableStyles.xml" Id="Rbc395bf753e34b4c" /><Relationship Type="http://schemas.openxmlformats.org/officeDocument/2006/relationships/slide" Target="/ppt/slides/slide1.xml" Id="Re10d5ff65223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2a4c69ebf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e8fd1c539342dd" /><Relationship Type="http://schemas.openxmlformats.org/officeDocument/2006/relationships/notesMaster" Target="/ppt/notesMasters/notesMaster1.xml" Id="R738a43e3e4e747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来源：/Users/penggan/CLionProjects/ext-optimizer/design/patent-timeout-feedback-pptx/fig1-conventional-editable.pptx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b586f6f514c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bf41d93f346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af745db734a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13a5d386040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779af1b45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e7f125a79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171E12D-1272-4831-A869-939C3E50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65275"/>
            <a:ext cx="628650" cy="269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691F06-89F3-4140-AC11-F1F60E7AB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1835150"/>
            <a:ext cx="10058400" cy="70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85F18F8-90D4-45CF-B62E-3F2ECB2932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2671763"/>
            <a:ext cx="8801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7F99854-FE46-49FF-9DC2-E559D01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54188"/>
            <a:ext cx="628650" cy="269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558945-2F29-43C9-8880-52F13BBBA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024063"/>
            <a:ext cx="1005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C56270B-69CE-4AFE-9881-EB54D19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79500"/>
            <a:ext cx="628650" cy="269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BA08AF-9226-4AA5-A4D3-BFDDFFD0D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77825"/>
            <a:ext cx="11158538" cy="5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FB8CDBB-F424-4295-AE5B-CE305CD7DD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349375"/>
            <a:ext cx="11158538" cy="30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619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1pPr>
            <a:lvl2pPr marL="3778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2pPr>
            <a:lvl3pPr marL="5937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3pPr>
            <a:lvl4pPr marL="8096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4pPr>
            <a:lvl5pPr marL="10255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5pPr>
            <a:lvl6pPr marL="12414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6pPr>
            <a:lvl7pPr marL="14573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7pPr>
            <a:lvl8pPr marL="16732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8pPr>
            <a:lvl9pPr marL="18891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7F8E94-3B08-4F95-A149-7BD7304B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79500"/>
            <a:ext cx="628650" cy="269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6A0E80-71AA-4038-A96A-230BF2C0A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77825"/>
            <a:ext cx="11158538" cy="5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569D18-E925-43BD-9ED9-44622F64C8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349375"/>
            <a:ext cx="5186363" cy="30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619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1pPr>
            <a:lvl2pPr marL="3778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2pPr>
            <a:lvl3pPr marL="5937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3pPr>
            <a:lvl4pPr marL="8096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4pPr>
            <a:lvl5pPr marL="10255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5pPr>
            <a:lvl6pPr marL="12414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6pPr>
            <a:lvl7pPr marL="14573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7pPr>
            <a:lvl8pPr marL="16732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8pPr>
            <a:lvl9pPr marL="18891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D2C34D-F738-4F4C-ACDC-F3651F57B4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349375"/>
            <a:ext cx="5186363" cy="30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619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1pPr>
            <a:lvl2pPr marL="3778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2pPr>
            <a:lvl3pPr marL="5937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3pPr>
            <a:lvl4pPr marL="8096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4pPr>
            <a:lvl5pPr marL="10255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5pPr>
            <a:lvl6pPr marL="12414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6pPr>
            <a:lvl7pPr marL="14573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7pPr>
            <a:lvl8pPr marL="16732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8pPr>
            <a:lvl9pPr marL="18891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30E2AC2-0DA5-4B3E-88D1-41E18D5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79500"/>
            <a:ext cx="628650" cy="269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8FBD1D-1F73-4B4C-99C3-06EC334F2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77825"/>
            <a:ext cx="11158538" cy="5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D4CD92-C896-4AFF-AD1E-EFF2C8DA4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349375"/>
            <a:ext cx="5186363" cy="30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619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1pPr>
            <a:lvl2pPr marL="3778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2pPr>
            <a:lvl3pPr marL="5937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3pPr>
            <a:lvl4pPr marL="8096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4pPr>
            <a:lvl5pPr marL="10255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5pPr>
            <a:lvl6pPr marL="12414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6pPr>
            <a:lvl7pPr marL="14573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7pPr>
            <a:lvl8pPr marL="16732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8pPr>
            <a:lvl9pPr marL="1889125" indent="-161925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8a36bb87d4259" /><Relationship Type="http://schemas.openxmlformats.org/officeDocument/2006/relationships/slideLayout" Target="/ppt/slideLayouts/slideLayout1.xml" Id="Rde53c8ac68064ff3" /><Relationship Type="http://schemas.openxmlformats.org/officeDocument/2006/relationships/slideLayout" Target="/ppt/slideLayouts/slideLayout2.xml" Id="R5bf2da01ec884599" /><Relationship Type="http://schemas.openxmlformats.org/officeDocument/2006/relationships/slideLayout" Target="/ppt/slideLayouts/slideLayout3.xml" Id="Rd2f24cbaad904d9e" /><Relationship Type="http://schemas.openxmlformats.org/officeDocument/2006/relationships/slideLayout" Target="/ppt/slideLayouts/slideLayout4.xml" Id="Re15168fe9b0d4da8" /><Relationship Type="http://schemas.openxmlformats.org/officeDocument/2006/relationships/slideLayout" Target="/ppt/slideLayouts/slideLayout5.xml" Id="R2a847980e0be4f0d" /><Relationship Type="http://schemas.openxmlformats.org/officeDocument/2006/relationships/slideLayout" Target="/ppt/slideLayouts/slideLayout6.xml" Id="Rb79599409c97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3c8ac68064ff3"/>
    <p:sldLayoutId xmlns:r="http://schemas.openxmlformats.org/officeDocument/2006/relationships" id="2147483650" r:id="R5bf2da01ec884599"/>
    <p:sldLayoutId xmlns:r="http://schemas.openxmlformats.org/officeDocument/2006/relationships" id="2147483651" r:id="Rd2f24cbaad904d9e"/>
    <p:sldLayoutId xmlns:r="http://schemas.openxmlformats.org/officeDocument/2006/relationships" id="2147483652" r:id="Re15168fe9b0d4da8"/>
    <p:sldLayoutId xmlns:r="http://schemas.openxmlformats.org/officeDocument/2006/relationships" id="2147483653" r:id="R2a847980e0be4f0d"/>
    <p:sldLayoutId xmlns:r="http://schemas.openxmlformats.org/officeDocument/2006/relationships" id="2147483654" r:id="Rb79599409c97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7671f41bd4d94" /><Relationship Type="http://schemas.openxmlformats.org/officeDocument/2006/relationships/notesSlide" Target="/ppt/notesSlides/notesSlide1.xml" Id="R0556a611b594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vg-002-text">
            <a:extLst xmlns:a="http://schemas.openxmlformats.org/drawingml/2006/main">
              <a:ext uri="{FF2B5EF4-FFF2-40B4-BE49-F238E27FC236}">
                <a16:creationId xmlns:a16="http://schemas.microsoft.com/office/drawing/2014/main" id="{8A0C630C-44EC-40B2-959C-D089FA4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1343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候选 SQL 的限时执行</a:t>
            </a:r>
          </a:p>
        </p:txBody>
      </p:sp>
      <p:sp>
        <p:nvSpPr>
          <p:cNvPr id="2" name="svg-003-line">
            <a:extLst xmlns:a="http://schemas.openxmlformats.org/drawingml/2006/main">
              <a:ext uri="{FF2B5EF4-FFF2-40B4-BE49-F238E27FC236}">
                <a16:creationId xmlns:a16="http://schemas.microsoft.com/office/drawing/2014/main" id="{28BB7DA1-19D9-4131-AD31-B88C6E18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858" y="2587600"/>
            <a:ext cx="8504787" cy="5009"/>
          </a:xfrm>
          <a:custGeom xmlns:a="http://schemas.openxmlformats.org/drawingml/2006/main">
            <a:pathLst>
              <a:path w="8504787" h="5009">
                <a:moveTo>
                  <a:pt x="0" y="0"/>
                </a:moveTo>
                <a:lnTo>
                  <a:pt x="8504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FE3"/>
            </a:solidFill>
            <a:prstDash val="solid"/>
          </a:ln>
        </p:spPr>
      </p:sp>
      <p:sp>
        <p:nvSpPr>
          <p:cNvPr id="3" name="svg-004-text">
            <a:extLst xmlns:a="http://schemas.openxmlformats.org/drawingml/2006/main">
              <a:ext uri="{FF2B5EF4-FFF2-40B4-BE49-F238E27FC236}">
                <a16:creationId xmlns:a16="http://schemas.microsoft.com/office/drawing/2014/main" id="{2C40A729-5470-481A-9009-99BF087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858" y="2428307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4" name="svg-005-text">
            <a:extLst xmlns:a="http://schemas.openxmlformats.org/drawingml/2006/main">
              <a:ext uri="{FF2B5EF4-FFF2-40B4-BE49-F238E27FC236}">
                <a16:creationId xmlns:a16="http://schemas.microsoft.com/office/drawing/2014/main" id="{D1E474A6-9AA2-4ABF-9819-ACFBBF1A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57" y="2428307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单轮期限</a:t>
            </a:r>
          </a:p>
        </p:txBody>
      </p:sp>
      <p:sp>
        <p:nvSpPr>
          <p:cNvPr id="5" name="svg-006-text">
            <a:extLst xmlns:a="http://schemas.openxmlformats.org/drawingml/2006/main">
              <a:ext uri="{FF2B5EF4-FFF2-40B4-BE49-F238E27FC236}">
                <a16:creationId xmlns:a16="http://schemas.microsoft.com/office/drawing/2014/main" id="{82025D57-32F6-4F17-A2AE-8C08722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867" y="2428307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查询结束</a:t>
            </a:r>
          </a:p>
        </p:txBody>
      </p:sp>
      <p:sp>
        <p:nvSpPr>
          <p:cNvPr id="6" name="svg-007-line">
            <a:extLst xmlns:a="http://schemas.openxmlformats.org/drawingml/2006/main">
              <a:ext uri="{FF2B5EF4-FFF2-40B4-BE49-F238E27FC236}">
                <a16:creationId xmlns:a16="http://schemas.microsoft.com/office/drawing/2014/main" id="{AE39F620-A740-4DEA-96C6-14376EB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67" y="2652720"/>
            <a:ext cx="9028" cy="1688109"/>
          </a:xfrm>
          <a:custGeom xmlns:a="http://schemas.openxmlformats.org/drawingml/2006/main">
            <a:pathLst>
              <a:path w="9028" h="1688109">
                <a:moveTo>
                  <a:pt x="0" y="0"/>
                </a:moveTo>
                <a:lnTo>
                  <a:pt x="0" y="168810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E664E"/>
            </a:solidFill>
            <a:prstDash val="dash"/>
          </a:ln>
        </p:spPr>
      </p:sp>
      <p:sp>
        <p:nvSpPr>
          <p:cNvPr id="7" name="svg-008-text">
            <a:extLst xmlns:a="http://schemas.openxmlformats.org/drawingml/2006/main">
              <a:ext uri="{FF2B5EF4-FFF2-40B4-BE49-F238E27FC236}">
                <a16:creationId xmlns:a16="http://schemas.microsoft.com/office/drawing/2014/main" id="{CA363042-6B7C-4EF5-A9EC-4C587AC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28243"/>
            <a:ext cx="752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等待完成</a:t>
            </a:r>
          </a:p>
        </p:txBody>
      </p:sp>
      <p:sp>
        <p:nvSpPr>
          <p:cNvPr id="8" name="svg-009-line">
            <a:extLst xmlns:a="http://schemas.openxmlformats.org/drawingml/2006/main">
              <a:ext uri="{FF2B5EF4-FFF2-40B4-BE49-F238E27FC236}">
                <a16:creationId xmlns:a16="http://schemas.microsoft.com/office/drawing/2014/main" id="{5D377BBF-98EB-46A2-A4EB-631DFA88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858" y="2938246"/>
            <a:ext cx="7511659" cy="5009"/>
          </a:xfrm>
          <a:custGeom xmlns:a="http://schemas.openxmlformats.org/drawingml/2006/main">
            <a:pathLst>
              <a:path w="7511659" h="5009">
                <a:moveTo>
                  <a:pt x="0" y="0"/>
                </a:moveTo>
                <a:lnTo>
                  <a:pt x="75116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778894"/>
            </a:solidFill>
            <a:prstDash val="solid"/>
          </a:ln>
        </p:spPr>
      </p:sp>
      <p:sp>
        <p:nvSpPr>
          <p:cNvPr id="9" name="svg-009-line-round-cap">
            <a:extLst xmlns:a="http://schemas.openxmlformats.org/drawingml/2006/main">
              <a:ext uri="{FF2B5EF4-FFF2-40B4-BE49-F238E27FC236}">
                <a16:creationId xmlns:a16="http://schemas.microsoft.com/office/drawing/2014/main" id="{8FA4ECC1-28F6-4C7A-9F8D-FCDCCE81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889" y="2915705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vg-009-line-round-cap">
            <a:extLst xmlns:a="http://schemas.openxmlformats.org/drawingml/2006/main">
              <a:ext uri="{FF2B5EF4-FFF2-40B4-BE49-F238E27FC236}">
                <a16:creationId xmlns:a16="http://schemas.microsoft.com/office/drawing/2014/main" id="{476C92DD-F695-4993-BA23-9FCE2C40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889" y="2915705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010-circle">
            <a:extLst xmlns:a="http://schemas.openxmlformats.org/drawingml/2006/main">
              <a:ext uri="{FF2B5EF4-FFF2-40B4-BE49-F238E27FC236}">
                <a16:creationId xmlns:a16="http://schemas.microsoft.com/office/drawing/2014/main" id="{231CDDA4-FCF6-4BE9-9F6C-B74F2922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892" y="28906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C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vg-011-text">
            <a:extLst xmlns:a="http://schemas.openxmlformats.org/drawingml/2006/main">
              <a:ext uri="{FF2B5EF4-FFF2-40B4-BE49-F238E27FC236}">
                <a16:creationId xmlns:a16="http://schemas.microsoft.com/office/drawing/2014/main" id="{3DD505A2-35D6-40E8-945C-CA63BB9B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057" y="2698404"/>
            <a:ext cx="1724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EXPLAIN ANALYZE 结果</a:t>
            </a:r>
          </a:p>
        </p:txBody>
      </p:sp>
      <p:sp>
        <p:nvSpPr>
          <p:cNvPr id="13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FAD12612-8D65-49A8-ABF6-A65DBA9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057" y="3044642"/>
            <a:ext cx="1514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算子行数和完整执行时间</a:t>
            </a:r>
          </a:p>
        </p:txBody>
      </p:sp>
      <p:sp>
        <p:nvSpPr>
          <p:cNvPr id="14" name="svg-013-line">
            <a:extLst xmlns:a="http://schemas.openxmlformats.org/drawingml/2006/main">
              <a:ext uri="{FF2B5EF4-FFF2-40B4-BE49-F238E27FC236}">
                <a16:creationId xmlns:a16="http://schemas.microsoft.com/office/drawing/2014/main" id="{20EB38A7-ABDE-4B54-A1B4-0A528936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93901"/>
            <a:ext cx="11159147" cy="5009"/>
          </a:xfrm>
          <a:custGeom xmlns:a="http://schemas.openxmlformats.org/drawingml/2006/main">
            <a:pathLst>
              <a:path w="11159147" h="5009">
                <a:moveTo>
                  <a:pt x="0" y="0"/>
                </a:moveTo>
                <a:lnTo>
                  <a:pt x="11159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FE3"/>
            </a:solidFill>
            <a:prstDash val="solid"/>
          </a:ln>
        </p:spPr>
      </p:sp>
      <p:sp>
        <p:nvSpPr>
          <p:cNvPr id="15" name="svg-014-text">
            <a:extLst xmlns:a="http://schemas.openxmlformats.org/drawingml/2006/main">
              <a:ext uri="{FF2B5EF4-FFF2-40B4-BE49-F238E27FC236}">
                <a16:creationId xmlns:a16="http://schemas.microsoft.com/office/drawing/2014/main" id="{AC7DD90C-5B32-40F1-9451-707A27D6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4471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直接超时取消</a:t>
            </a:r>
          </a:p>
        </p:txBody>
      </p:sp>
      <p:sp>
        <p:nvSpPr>
          <p:cNvPr id="16" name="svg-015-line">
            <a:extLst xmlns:a="http://schemas.openxmlformats.org/drawingml/2006/main">
              <a:ext uri="{FF2B5EF4-FFF2-40B4-BE49-F238E27FC236}">
                <a16:creationId xmlns:a16="http://schemas.microsoft.com/office/drawing/2014/main" id="{5C47D397-02F9-4FD3-854B-168DB066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858" y="3599464"/>
            <a:ext cx="3178009" cy="5009"/>
          </a:xfrm>
          <a:custGeom xmlns:a="http://schemas.openxmlformats.org/drawingml/2006/main">
            <a:pathLst>
              <a:path w="3178009" h="5009">
                <a:moveTo>
                  <a:pt x="0" y="0"/>
                </a:moveTo>
                <a:lnTo>
                  <a:pt x="3178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778894"/>
            </a:solidFill>
            <a:prstDash val="solid"/>
          </a:ln>
        </p:spPr>
      </p:sp>
      <p:sp>
        <p:nvSpPr>
          <p:cNvPr id="17" name="svg-015-line-round-cap">
            <a:extLst xmlns:a="http://schemas.openxmlformats.org/drawingml/2006/main">
              <a:ext uri="{FF2B5EF4-FFF2-40B4-BE49-F238E27FC236}">
                <a16:creationId xmlns:a16="http://schemas.microsoft.com/office/drawing/2014/main" id="{A05E4AAC-E1AE-417E-8596-950D651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239" y="3576922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vg-015-line-round-cap">
            <a:extLst xmlns:a="http://schemas.openxmlformats.org/drawingml/2006/main">
              <a:ext uri="{FF2B5EF4-FFF2-40B4-BE49-F238E27FC236}">
                <a16:creationId xmlns:a16="http://schemas.microsoft.com/office/drawing/2014/main" id="{5B2E1B6E-C1E4-498B-8CB2-7A20F9A2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239" y="3576922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vg-016-path">
            <a:extLst xmlns:a="http://schemas.openxmlformats.org/drawingml/2006/main">
              <a:ext uri="{FF2B5EF4-FFF2-40B4-BE49-F238E27FC236}">
                <a16:creationId xmlns:a16="http://schemas.microsoft.com/office/drawing/2014/main" id="{6DD582B2-FF17-4B61-AA3F-1AA3480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611" y="3554381"/>
            <a:ext cx="162512" cy="90166"/>
          </a:xfrm>
          <a:custGeom xmlns:a="http://schemas.openxmlformats.org/drawingml/2006/main">
            <a:pathLst>
              <a:path w="162512" h="90166">
                <a:moveTo>
                  <a:pt x="0" y="0"/>
                </a:moveTo>
                <a:lnTo>
                  <a:pt x="162512" y="90166"/>
                </a:lnTo>
                <a:moveTo>
                  <a:pt x="162512" y="0"/>
                </a:moveTo>
                <a:lnTo>
                  <a:pt x="0" y="9016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664E"/>
            </a:solidFill>
            <a:prstDash val="solid"/>
          </a:ln>
        </p:spPr>
      </p:sp>
      <p:sp>
        <p:nvSpPr>
          <p:cNvPr id="20" name="svg-017-text">
            <a:extLst xmlns:a="http://schemas.openxmlformats.org/drawingml/2006/main">
              <a:ext uri="{FF2B5EF4-FFF2-40B4-BE49-F238E27FC236}">
                <a16:creationId xmlns:a16="http://schemas.microsoft.com/office/drawing/2014/main" id="{88B3DE09-69B8-40FC-BDDB-A3937A2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289" y="3519917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EXPLAIN ANALYZE 未返回</a:t>
            </a:r>
          </a:p>
        </p:txBody>
      </p:sp>
      <p:sp>
        <p:nvSpPr>
          <p:cNvPr id="21" name="svg-018-text">
            <a:extLst xmlns:a="http://schemas.openxmlformats.org/drawingml/2006/main">
              <a:ext uri="{FF2B5EF4-FFF2-40B4-BE49-F238E27FC236}">
                <a16:creationId xmlns:a16="http://schemas.microsoft.com/office/drawing/2014/main" id="{A54C6566-D089-4AA4-84BE-D79E3DC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289" y="3710869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未返回完整的算子执行统计</a:t>
            </a:r>
          </a:p>
        </p:txBody>
      </p:sp>
      <p:sp>
        <p:nvSpPr>
          <p:cNvPr id="22" name="svg-019-line">
            <a:extLst xmlns:a="http://schemas.openxmlformats.org/drawingml/2006/main">
              <a:ext uri="{FF2B5EF4-FFF2-40B4-BE49-F238E27FC236}">
                <a16:creationId xmlns:a16="http://schemas.microsoft.com/office/drawing/2014/main" id="{D20A626F-CD31-44F2-B7F3-BA7F292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60128"/>
            <a:ext cx="11159147" cy="5009"/>
          </a:xfrm>
          <a:custGeom xmlns:a="http://schemas.openxmlformats.org/drawingml/2006/main">
            <a:pathLst>
              <a:path w="11159147" h="5009">
                <a:moveTo>
                  <a:pt x="0" y="0"/>
                </a:moveTo>
                <a:lnTo>
                  <a:pt x="111591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FE3"/>
            </a:solidFill>
            <a:prstDash val="solid"/>
          </a:ln>
        </p:spPr>
      </p:sp>
      <p:sp>
        <p:nvSpPr>
          <p:cNvPr id="23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2138D09A-46A9-481A-BAC7-202B06FB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50679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超时部分反馈</a:t>
            </a:r>
          </a:p>
        </p:txBody>
      </p:sp>
      <p:sp>
        <p:nvSpPr>
          <p:cNvPr id="24" name="svg-021-line">
            <a:extLst xmlns:a="http://schemas.openxmlformats.org/drawingml/2006/main">
              <a:ext uri="{FF2B5EF4-FFF2-40B4-BE49-F238E27FC236}">
                <a16:creationId xmlns:a16="http://schemas.microsoft.com/office/drawing/2014/main" id="{379C64FD-45E1-4A66-95CE-7F862D49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858" y="4260682"/>
            <a:ext cx="3178009" cy="5009"/>
          </a:xfrm>
          <a:custGeom xmlns:a="http://schemas.openxmlformats.org/drawingml/2006/main">
            <a:pathLst>
              <a:path w="3178009" h="5009">
                <a:moveTo>
                  <a:pt x="0" y="0"/>
                </a:moveTo>
                <a:lnTo>
                  <a:pt x="3178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778894"/>
            </a:solidFill>
            <a:prstDash val="solid"/>
          </a:ln>
        </p:spPr>
      </p:sp>
      <p:sp>
        <p:nvSpPr>
          <p:cNvPr id="25" name="svg-021-line-round-cap">
            <a:extLst xmlns:a="http://schemas.openxmlformats.org/drawingml/2006/main">
              <a:ext uri="{FF2B5EF4-FFF2-40B4-BE49-F238E27FC236}">
                <a16:creationId xmlns:a16="http://schemas.microsoft.com/office/drawing/2014/main" id="{C167D7F0-9E42-4AD9-A304-CBB150CF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239" y="4238140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vg-021-line-round-cap">
            <a:extLst xmlns:a="http://schemas.openxmlformats.org/drawingml/2006/main">
              <a:ext uri="{FF2B5EF4-FFF2-40B4-BE49-F238E27FC236}">
                <a16:creationId xmlns:a16="http://schemas.microsoft.com/office/drawing/2014/main" id="{F638CDA2-B485-47A3-8546-0159B31C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239" y="4238140"/>
            <a:ext cx="81256" cy="45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8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vg-022-circle">
            <a:extLst xmlns:a="http://schemas.openxmlformats.org/drawingml/2006/main">
              <a:ext uri="{FF2B5EF4-FFF2-40B4-BE49-F238E27FC236}">
                <a16:creationId xmlns:a16="http://schemas.microsoft.com/office/drawing/2014/main" id="{768E9ADA-C5A2-44EB-918B-BEC1AF7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480" y="420829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vg-023-path">
            <a:extLst xmlns:a="http://schemas.openxmlformats.org/drawingml/2006/main">
              <a:ext uri="{FF2B5EF4-FFF2-40B4-BE49-F238E27FC236}">
                <a16:creationId xmlns:a16="http://schemas.microsoft.com/office/drawing/2014/main" id="{6A6A0663-90D3-4686-B814-6287C3A4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436" y="4260682"/>
            <a:ext cx="1905000" cy="5009"/>
          </a:xfrm>
          <a:custGeom xmlns:a="http://schemas.openxmlformats.org/drawingml/2006/main">
            <a:pathLst>
              <a:path w="1905000" h="5009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7B74"/>
            </a:solidFill>
            <a:prstDash val="solid"/>
          </a:ln>
        </p:spPr>
      </p:sp>
      <p:sp>
        <p:nvSpPr>
          <p:cNvPr id="29" name="svg-024-path">
            <a:extLst xmlns:a="http://schemas.openxmlformats.org/drawingml/2006/main">
              <a:ext uri="{FF2B5EF4-FFF2-40B4-BE49-F238E27FC236}">
                <a16:creationId xmlns:a16="http://schemas.microsoft.com/office/drawing/2014/main" id="{02555B14-AA8B-47C6-A55F-CBBFB82B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123" y="4225617"/>
            <a:ext cx="99313" cy="70129"/>
          </a:xfrm>
          <a:custGeom xmlns:a="http://schemas.openxmlformats.org/drawingml/2006/main">
            <a:pathLst>
              <a:path w="99313" h="70129">
                <a:moveTo>
                  <a:pt x="99313" y="35065"/>
                </a:moveTo>
                <a:lnTo>
                  <a:pt x="0" y="0"/>
                </a:lnTo>
                <a:lnTo>
                  <a:pt x="0" y="70129"/>
                </a:lnTo>
                <a:close/>
              </a:path>
            </a:pathLst>
          </a:cu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vg-025-text">
            <a:extLst xmlns:a="http://schemas.openxmlformats.org/drawingml/2006/main">
              <a:ext uri="{FF2B5EF4-FFF2-40B4-BE49-F238E27FC236}">
                <a16:creationId xmlns:a16="http://schemas.microsoft.com/office/drawing/2014/main" id="{FD0E82F3-6B19-4FFE-AAF7-DAB70B9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976" y="4176126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可用行数用于下一轮规划</a:t>
            </a:r>
          </a:p>
        </p:txBody>
      </p:sp>
      <p:sp>
        <p:nvSpPr>
          <p:cNvPr id="31" name="svg-026-text">
            <a:extLst xmlns:a="http://schemas.openxmlformats.org/drawingml/2006/main">
              <a:ext uri="{FF2B5EF4-FFF2-40B4-BE49-F238E27FC236}">
                <a16:creationId xmlns:a16="http://schemas.microsoft.com/office/drawing/2014/main" id="{10E2C48F-D7D1-450E-80B8-1B7405E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976" y="4372087"/>
            <a:ext cx="1514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7C"/>
                </a:solidFill>
                <a:latin typeface="Microsoft YaHei"/>
                <a:ea typeface="Microsoft YaHei"/>
                <a:cs typeface="Microsoft YaHei"/>
              </a:rPr>
              <a:t>该候选缺少完整执行时间</a:t>
            </a:r>
          </a:p>
        </p:txBody>
      </p:sp>
    </p:spTree>
    <p:extLst>
      <p:ext uri="{BB962C8B-B14F-4D97-AF65-F5344CB8AC3E}">
        <p14:creationId xmlns:p14="http://schemas.microsoft.com/office/powerpoint/2010/main" val="159494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2026-10-10T03:04:35.2550000Z</dcterms:created>
  <dcterms:modified xsi:type="dcterms:W3CDTF">2026-10-10T03:04:35.2550000Z</dcterms:modified>
</coreProperties>
</file>